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8" r:id="rId2"/>
    <p:sldId id="297" r:id="rId3"/>
    <p:sldId id="325" r:id="rId4"/>
    <p:sldId id="332" r:id="rId5"/>
    <p:sldId id="333" r:id="rId6"/>
    <p:sldId id="334" r:id="rId7"/>
    <p:sldId id="335" r:id="rId8"/>
    <p:sldId id="328" r:id="rId9"/>
    <p:sldId id="336" r:id="rId10"/>
    <p:sldId id="337" r:id="rId11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  <p15:guide id="4" orient="horz" pos="4065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pos="1231" userDrawn="1">
          <p15:clr>
            <a:srgbClr val="A4A3A4"/>
          </p15:clr>
        </p15:guide>
        <p15:guide id="9" pos="6993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1" pos="3795" userDrawn="1">
          <p15:clr>
            <a:srgbClr val="A4A3A4"/>
          </p15:clr>
        </p15:guide>
        <p15:guide id="12" pos="3885" userDrawn="1">
          <p15:clr>
            <a:srgbClr val="A4A3A4"/>
          </p15:clr>
        </p15:guide>
        <p15:guide id="13" pos="4248" userDrawn="1">
          <p15:clr>
            <a:srgbClr val="A4A3A4"/>
          </p15:clr>
        </p15:guide>
        <p15:guide id="14" pos="4340" userDrawn="1">
          <p15:clr>
            <a:srgbClr val="A4A3A4"/>
          </p15:clr>
        </p15:guide>
        <p15:guide id="15" pos="4679" userDrawn="1">
          <p15:clr>
            <a:srgbClr val="A4A3A4"/>
          </p15:clr>
        </p15:guide>
        <p15:guide id="16" pos="3341" userDrawn="1">
          <p15:clr>
            <a:srgbClr val="A4A3A4"/>
          </p15:clr>
        </p15:guide>
        <p15:guide id="17" pos="5132" userDrawn="1">
          <p15:clr>
            <a:srgbClr val="A4A3A4"/>
          </p15:clr>
        </p15:guide>
        <p15:guide id="18" pos="5223" userDrawn="1">
          <p15:clr>
            <a:srgbClr val="A4A3A4"/>
          </p15:clr>
        </p15:guide>
        <p15:guide id="19" pos="6108" userDrawn="1">
          <p15:clr>
            <a:srgbClr val="A4A3A4"/>
          </p15:clr>
        </p15:guide>
        <p15:guide id="21" pos="6449" userDrawn="1">
          <p15:clr>
            <a:srgbClr val="A4A3A4"/>
          </p15:clr>
        </p15:guide>
        <p15:guide id="22" pos="6902" userDrawn="1">
          <p15:clr>
            <a:srgbClr val="A4A3A4"/>
          </p15:clr>
        </p15:guide>
        <p15:guide id="23" pos="3432" userDrawn="1">
          <p15:clr>
            <a:srgbClr val="A4A3A4"/>
          </p15:clr>
        </p15:guide>
        <p15:guide id="25" pos="3000" userDrawn="1">
          <p15:clr>
            <a:srgbClr val="A4A3A4"/>
          </p15:clr>
        </p15:guide>
        <p15:guide id="26" pos="2911" userDrawn="1">
          <p15:clr>
            <a:srgbClr val="A4A3A4"/>
          </p15:clr>
        </p15:guide>
        <p15:guide id="27" pos="2547" userDrawn="1">
          <p15:clr>
            <a:srgbClr val="A4A3A4"/>
          </p15:clr>
        </p15:guide>
        <p15:guide id="28" pos="2457" userDrawn="1">
          <p15:clr>
            <a:srgbClr val="A4A3A4"/>
          </p15:clr>
        </p15:guide>
        <p15:guide id="29" pos="2116" userDrawn="1">
          <p15:clr>
            <a:srgbClr val="A4A3A4"/>
          </p15:clr>
        </p15:guide>
        <p15:guide id="30" pos="2026" userDrawn="1">
          <p15:clr>
            <a:srgbClr val="A4A3A4"/>
          </p15:clr>
        </p15:guide>
        <p15:guide id="31" pos="1662" userDrawn="1">
          <p15:clr>
            <a:srgbClr val="A4A3A4"/>
          </p15:clr>
        </p15:guide>
        <p15:guide id="32" pos="1572" userDrawn="1">
          <p15:clr>
            <a:srgbClr val="A4A3A4"/>
          </p15:clr>
        </p15:guide>
        <p15:guide id="36" pos="5564" userDrawn="1">
          <p15:clr>
            <a:srgbClr val="A4A3A4"/>
          </p15:clr>
        </p15:guide>
        <p15:guide id="37" pos="5655" userDrawn="1">
          <p15:clr>
            <a:srgbClr val="A4A3A4"/>
          </p15:clr>
        </p15:guide>
        <p15:guide id="38" pos="6017" userDrawn="1">
          <p15:clr>
            <a:srgbClr val="A4A3A4"/>
          </p15:clr>
        </p15:guide>
        <p15:guide id="40" pos="779" userDrawn="1">
          <p15:clr>
            <a:srgbClr val="A4A3A4"/>
          </p15:clr>
        </p15:guide>
        <p15:guide id="41" pos="665" userDrawn="1">
          <p15:clr>
            <a:srgbClr val="A4A3A4"/>
          </p15:clr>
        </p15:guide>
        <p15:guide id="42" pos="347" userDrawn="1">
          <p15:clr>
            <a:srgbClr val="A4A3A4"/>
          </p15:clr>
        </p15:guide>
        <p15:guide id="44" pos="6540" userDrawn="1">
          <p15:clr>
            <a:srgbClr val="A4A3A4"/>
          </p15:clr>
        </p15:guide>
        <p15:guide id="46" pos="7332" userDrawn="1">
          <p15:clr>
            <a:srgbClr val="A4A3A4"/>
          </p15:clr>
        </p15:guide>
        <p15:guide id="47" pos="1118" userDrawn="1">
          <p15:clr>
            <a:srgbClr val="A4A3A4"/>
          </p15:clr>
        </p15:guide>
        <p15:guide id="48" pos="257" userDrawn="1">
          <p15:clr>
            <a:srgbClr val="A4A3A4"/>
          </p15:clr>
        </p15:guide>
        <p15:guide id="49" pos="7424" userDrawn="1">
          <p15:clr>
            <a:srgbClr val="A4A3A4"/>
          </p15:clr>
        </p15:guide>
        <p15:guide id="50" pos="211" userDrawn="1">
          <p15:clr>
            <a:srgbClr val="A4A3A4"/>
          </p15:clr>
        </p15:guide>
        <p15:guide id="51" pos="74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C3C"/>
    <a:srgbClr val="2F2F2F"/>
    <a:srgbClr val="EDAA64"/>
    <a:srgbClr val="89D8A9"/>
    <a:srgbClr val="FFFFFF"/>
    <a:srgbClr val="F9F9F9"/>
    <a:srgbClr val="336699"/>
    <a:srgbClr val="000000"/>
    <a:srgbClr val="006E6E"/>
    <a:srgbClr val="BEC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59" autoAdjust="0"/>
    <p:restoredTop sz="85661" autoAdjust="0"/>
  </p:normalViewPr>
  <p:slideViewPr>
    <p:cSldViewPr showGuides="1">
      <p:cViewPr varScale="1">
        <p:scale>
          <a:sx n="91" d="100"/>
          <a:sy n="91" d="100"/>
        </p:scale>
        <p:origin x="216" y="2096"/>
      </p:cViewPr>
      <p:guideLst>
        <p:guide orient="horz" pos="3929"/>
        <p:guide orient="horz" pos="958"/>
        <p:guide orient="horz" pos="4065"/>
        <p:guide orient="horz" pos="4110"/>
        <p:guide orient="horz" pos="4178"/>
        <p:guide pos="1231"/>
        <p:guide pos="6993"/>
        <p:guide pos="3840"/>
        <p:guide pos="3795"/>
        <p:guide pos="3885"/>
        <p:guide pos="4248"/>
        <p:guide pos="4340"/>
        <p:guide pos="4679"/>
        <p:guide pos="3341"/>
        <p:guide pos="5132"/>
        <p:guide pos="5223"/>
        <p:guide pos="6108"/>
        <p:guide pos="6449"/>
        <p:guide pos="6902"/>
        <p:guide pos="3432"/>
        <p:guide pos="3000"/>
        <p:guide pos="2911"/>
        <p:guide pos="2547"/>
        <p:guide pos="2457"/>
        <p:guide pos="2116"/>
        <p:guide pos="2026"/>
        <p:guide pos="1662"/>
        <p:guide pos="1572"/>
        <p:guide pos="5564"/>
        <p:guide pos="5655"/>
        <p:guide pos="6017"/>
        <p:guide pos="779"/>
        <p:guide pos="665"/>
        <p:guide pos="347"/>
        <p:guide pos="6540"/>
        <p:guide pos="7332"/>
        <p:guide pos="1118"/>
        <p:guide pos="257"/>
        <p:guide pos="7424"/>
        <p:guide pos="211"/>
        <p:guide pos="7469"/>
      </p:guideLst>
    </p:cSldViewPr>
  </p:slideViewPr>
  <p:outlineViewPr>
    <p:cViewPr>
      <p:scale>
        <a:sx n="33" d="100"/>
        <a:sy n="33" d="100"/>
      </p:scale>
      <p:origin x="0" y="-8742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135" d="100"/>
          <a:sy n="135" d="100"/>
        </p:scale>
        <p:origin x="1819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7D24F9-FF4F-7549-B6A3-D1B95ABB59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94F0D49-46C8-6743-9DD4-3247AD5F0486}">
      <dgm:prSet custT="1"/>
      <dgm:spPr/>
      <dgm:t>
        <a:bodyPr/>
        <a:lstStyle/>
        <a:p>
          <a:r>
            <a:rPr lang="en-US" sz="2400" b="1" dirty="0"/>
            <a:t>MMIO Layer:</a:t>
          </a:r>
        </a:p>
        <a:p>
          <a:r>
            <a:rPr lang="de-CH" sz="2000" dirty="0">
              <a:solidFill>
                <a:schemeClr val="tx1"/>
              </a:solidFill>
            </a:rPr>
            <a:t>- </a:t>
          </a:r>
          <a:r>
            <a:rPr lang="de-CH" sz="2000" dirty="0" err="1">
              <a:solidFill>
                <a:schemeClr val="tx1"/>
              </a:solidFill>
            </a:rPr>
            <a:t>Direct</a:t>
          </a:r>
          <a:r>
            <a:rPr lang="de-CH" sz="2000" dirty="0">
              <a:solidFill>
                <a:schemeClr val="tx1"/>
              </a:solidFill>
            </a:rPr>
            <a:t> </a:t>
          </a:r>
          <a:r>
            <a:rPr lang="de-CH" sz="2000" dirty="0" err="1">
              <a:solidFill>
                <a:schemeClr val="tx1"/>
              </a:solidFill>
            </a:rPr>
            <a:t>access</a:t>
          </a:r>
          <a:r>
            <a:rPr lang="de-CH" sz="2000" dirty="0">
              <a:solidFill>
                <a:schemeClr val="tx1"/>
              </a:solidFill>
            </a:rPr>
            <a:t> </a:t>
          </a:r>
          <a:r>
            <a:rPr lang="de-CH" sz="2000" dirty="0" err="1">
              <a:solidFill>
                <a:schemeClr val="tx1"/>
              </a:solidFill>
            </a:rPr>
            <a:t>to</a:t>
          </a:r>
          <a:r>
            <a:rPr lang="de-CH" sz="2000" dirty="0">
              <a:solidFill>
                <a:schemeClr val="tx1"/>
              </a:solidFill>
            </a:rPr>
            <a:t> </a:t>
          </a:r>
          <a:r>
            <a:rPr lang="de-CH" sz="2000" dirty="0" err="1">
              <a:solidFill>
                <a:schemeClr val="tx1"/>
              </a:solidFill>
            </a:rPr>
            <a:t>peripheral</a:t>
          </a:r>
          <a:r>
            <a:rPr lang="de-CH" sz="2000" dirty="0">
              <a:solidFill>
                <a:schemeClr val="tx1"/>
              </a:solidFill>
            </a:rPr>
            <a:t> </a:t>
          </a:r>
          <a:r>
            <a:rPr lang="de-CH" sz="2000" dirty="0" err="1">
              <a:solidFill>
                <a:schemeClr val="tx1"/>
              </a:solidFill>
            </a:rPr>
            <a:t>registers</a:t>
          </a:r>
          <a:endParaRPr lang="de-CH" sz="2000" dirty="0">
            <a:solidFill>
              <a:schemeClr val="tx1"/>
            </a:solidFill>
          </a:endParaRPr>
        </a:p>
      </dgm:t>
    </dgm:pt>
    <dgm:pt modelId="{4B22F939-C9A0-674F-90A8-541BE7635E4A}" type="parTrans" cxnId="{126F53C0-ACA7-8948-BA96-AF7B8189CECD}">
      <dgm:prSet/>
      <dgm:spPr/>
      <dgm:t>
        <a:bodyPr/>
        <a:lstStyle/>
        <a:p>
          <a:endParaRPr lang="de-DE"/>
        </a:p>
      </dgm:t>
    </dgm:pt>
    <dgm:pt modelId="{7EB6EF0A-465D-0B47-86AD-338BDCFF1B6F}" type="sibTrans" cxnId="{126F53C0-ACA7-8948-BA96-AF7B8189CECD}">
      <dgm:prSet/>
      <dgm:spPr/>
      <dgm:t>
        <a:bodyPr/>
        <a:lstStyle/>
        <a:p>
          <a:endParaRPr lang="de-DE"/>
        </a:p>
      </dgm:t>
    </dgm:pt>
    <dgm:pt modelId="{E15CECD0-F9AD-734F-89C5-C4CCCF9C1925}">
      <dgm:prSet custT="1"/>
      <dgm:spPr/>
      <dgm:t>
        <a:bodyPr/>
        <a:lstStyle/>
        <a:p>
          <a:r>
            <a:rPr lang="en-US" sz="2400" b="1" dirty="0"/>
            <a:t>Drivers:</a:t>
          </a:r>
        </a:p>
        <a:p>
          <a:r>
            <a:rPr lang="en-US" sz="2000" b="0" dirty="0">
              <a:solidFill>
                <a:schemeClr val="tx1"/>
              </a:solidFill>
            </a:rPr>
            <a:t>- UART, GPIO, I2C, timer, interrupts, HDMI framebuffer</a:t>
          </a:r>
          <a:endParaRPr lang="de-CH" sz="2000" b="0" dirty="0">
            <a:solidFill>
              <a:schemeClr val="tx1"/>
            </a:solidFill>
          </a:endParaRPr>
        </a:p>
      </dgm:t>
    </dgm:pt>
    <dgm:pt modelId="{1F0BC59E-0379-254C-B409-BD560463E491}" type="parTrans" cxnId="{A6026648-4701-BB49-845E-26A024567F43}">
      <dgm:prSet/>
      <dgm:spPr/>
      <dgm:t>
        <a:bodyPr/>
        <a:lstStyle/>
        <a:p>
          <a:endParaRPr lang="de-DE"/>
        </a:p>
      </dgm:t>
    </dgm:pt>
    <dgm:pt modelId="{57F3C453-2BF9-0247-A94B-271738015166}" type="sibTrans" cxnId="{A6026648-4701-BB49-845E-26A024567F43}">
      <dgm:prSet/>
      <dgm:spPr/>
      <dgm:t>
        <a:bodyPr/>
        <a:lstStyle/>
        <a:p>
          <a:endParaRPr lang="de-DE"/>
        </a:p>
      </dgm:t>
    </dgm:pt>
    <dgm:pt modelId="{DDCDCC64-7C40-4B4B-A9DE-7631E262C1ED}">
      <dgm:prSet custT="1"/>
      <dgm:spPr/>
      <dgm:t>
        <a:bodyPr/>
        <a:lstStyle/>
        <a:p>
          <a:r>
            <a:rPr lang="en-US" sz="2400" b="1" dirty="0"/>
            <a:t>Kernel Mechanisms:</a:t>
          </a:r>
        </a:p>
        <a:p>
          <a:r>
            <a:rPr lang="en-US" sz="2000" b="0" dirty="0">
              <a:solidFill>
                <a:schemeClr val="tx1"/>
              </a:solidFill>
            </a:rPr>
            <a:t>- Task system, scheduler, mutexes, wait queues, heap, logging, tracing, diagnostics</a:t>
          </a:r>
          <a:endParaRPr lang="de-CH" sz="2000" b="0" dirty="0">
            <a:solidFill>
              <a:schemeClr val="tx1"/>
            </a:solidFill>
          </a:endParaRPr>
        </a:p>
      </dgm:t>
    </dgm:pt>
    <dgm:pt modelId="{BFC90EA5-DAE7-BC41-A45D-F83662BBBF9C}" type="parTrans" cxnId="{B82FE28D-81A1-514C-ADF3-43F5800C92F9}">
      <dgm:prSet/>
      <dgm:spPr/>
      <dgm:t>
        <a:bodyPr/>
        <a:lstStyle/>
        <a:p>
          <a:endParaRPr lang="de-DE"/>
        </a:p>
      </dgm:t>
    </dgm:pt>
    <dgm:pt modelId="{3432B65C-D8CB-FA40-9065-104D1E2992F5}" type="sibTrans" cxnId="{B82FE28D-81A1-514C-ADF3-43F5800C92F9}">
      <dgm:prSet/>
      <dgm:spPr/>
      <dgm:t>
        <a:bodyPr/>
        <a:lstStyle/>
        <a:p>
          <a:endParaRPr lang="de-DE"/>
        </a:p>
      </dgm:t>
    </dgm:pt>
    <dgm:pt modelId="{49AB5B44-B890-B04C-B026-B86A4E700BAF}">
      <dgm:prSet custT="1"/>
      <dgm:spPr/>
      <dgm:t>
        <a:bodyPr/>
        <a:lstStyle/>
        <a:p>
          <a:r>
            <a:rPr lang="en-US" sz="2700" b="1" dirty="0"/>
            <a:t>Kernel Tasks:</a:t>
          </a:r>
        </a:p>
        <a:p>
          <a:r>
            <a:rPr lang="en-US" sz="2000" b="0" dirty="0">
              <a:solidFill>
                <a:schemeClr val="tx1"/>
              </a:solidFill>
            </a:rPr>
            <a:t>- System tasks and user-controllable tasks</a:t>
          </a:r>
          <a:endParaRPr lang="de-CH" sz="2000" b="0" dirty="0">
            <a:solidFill>
              <a:schemeClr val="tx1"/>
            </a:solidFill>
          </a:endParaRPr>
        </a:p>
      </dgm:t>
    </dgm:pt>
    <dgm:pt modelId="{06CC8F03-3F23-9C4F-9643-EF79EBBB9BFC}" type="parTrans" cxnId="{9506BB2C-4ABA-BE4D-893E-DF6DD2B471CD}">
      <dgm:prSet/>
      <dgm:spPr/>
      <dgm:t>
        <a:bodyPr/>
        <a:lstStyle/>
        <a:p>
          <a:endParaRPr lang="de-DE"/>
        </a:p>
      </dgm:t>
    </dgm:pt>
    <dgm:pt modelId="{7E4D2B67-13A2-F745-B01E-0AA589E8D2FB}" type="sibTrans" cxnId="{9506BB2C-4ABA-BE4D-893E-DF6DD2B471CD}">
      <dgm:prSet/>
      <dgm:spPr/>
      <dgm:t>
        <a:bodyPr/>
        <a:lstStyle/>
        <a:p>
          <a:endParaRPr lang="de-DE"/>
        </a:p>
      </dgm:t>
    </dgm:pt>
    <dgm:pt modelId="{1DD12ABA-0634-F649-9B1A-DC4D37B46BF1}" type="pres">
      <dgm:prSet presAssocID="{F87D24F9-FF4F-7549-B6A3-D1B95ABB5958}" presName="linear" presStyleCnt="0">
        <dgm:presLayoutVars>
          <dgm:animLvl val="lvl"/>
          <dgm:resizeHandles val="exact"/>
        </dgm:presLayoutVars>
      </dgm:prSet>
      <dgm:spPr/>
    </dgm:pt>
    <dgm:pt modelId="{C8C64B85-97B1-F94C-BB99-C4F856C0884B}" type="pres">
      <dgm:prSet presAssocID="{494F0D49-46C8-6743-9DD4-3247AD5F04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2EE553B-A71A-D048-B500-D78A51822427}" type="pres">
      <dgm:prSet presAssocID="{7EB6EF0A-465D-0B47-86AD-338BDCFF1B6F}" presName="spacer" presStyleCnt="0"/>
      <dgm:spPr/>
    </dgm:pt>
    <dgm:pt modelId="{5E47F58B-E774-B142-84A7-D4263EA16CAC}" type="pres">
      <dgm:prSet presAssocID="{E15CECD0-F9AD-734F-89C5-C4CCCF9C19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C57DEA3-46AA-B746-8A7E-D710D9FD17D4}" type="pres">
      <dgm:prSet presAssocID="{57F3C453-2BF9-0247-A94B-271738015166}" presName="spacer" presStyleCnt="0"/>
      <dgm:spPr/>
    </dgm:pt>
    <dgm:pt modelId="{1FC2D9C7-F561-A140-80B3-38AA250F4ED3}" type="pres">
      <dgm:prSet presAssocID="{DDCDCC64-7C40-4B4B-A9DE-7631E262C1E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6C438A-2A5B-CA4B-AAE2-E14C74E2C4E4}" type="pres">
      <dgm:prSet presAssocID="{3432B65C-D8CB-FA40-9065-104D1E2992F5}" presName="spacer" presStyleCnt="0"/>
      <dgm:spPr/>
    </dgm:pt>
    <dgm:pt modelId="{0A194821-F26A-8340-BEB3-3B39CE0C0C2A}" type="pres">
      <dgm:prSet presAssocID="{49AB5B44-B890-B04C-B026-B86A4E700B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20FF05-233D-9B40-8362-974BF69DC0EF}" type="presOf" srcId="{F87D24F9-FF4F-7549-B6A3-D1B95ABB5958}" destId="{1DD12ABA-0634-F649-9B1A-DC4D37B46BF1}" srcOrd="0" destOrd="0" presId="urn:microsoft.com/office/officeart/2005/8/layout/vList2"/>
    <dgm:cxn modelId="{9506BB2C-4ABA-BE4D-893E-DF6DD2B471CD}" srcId="{F87D24F9-FF4F-7549-B6A3-D1B95ABB5958}" destId="{49AB5B44-B890-B04C-B026-B86A4E700BAF}" srcOrd="3" destOrd="0" parTransId="{06CC8F03-3F23-9C4F-9643-EF79EBBB9BFC}" sibTransId="{7E4D2B67-13A2-F745-B01E-0AA589E8D2FB}"/>
    <dgm:cxn modelId="{A6026648-4701-BB49-845E-26A024567F43}" srcId="{F87D24F9-FF4F-7549-B6A3-D1B95ABB5958}" destId="{E15CECD0-F9AD-734F-89C5-C4CCCF9C1925}" srcOrd="1" destOrd="0" parTransId="{1F0BC59E-0379-254C-B409-BD560463E491}" sibTransId="{57F3C453-2BF9-0247-A94B-271738015166}"/>
    <dgm:cxn modelId="{CFD5CC67-FCBB-194E-B2F7-BD72D1F0795D}" type="presOf" srcId="{E15CECD0-F9AD-734F-89C5-C4CCCF9C1925}" destId="{5E47F58B-E774-B142-84A7-D4263EA16CAC}" srcOrd="0" destOrd="0" presId="urn:microsoft.com/office/officeart/2005/8/layout/vList2"/>
    <dgm:cxn modelId="{B82FE28D-81A1-514C-ADF3-43F5800C92F9}" srcId="{F87D24F9-FF4F-7549-B6A3-D1B95ABB5958}" destId="{DDCDCC64-7C40-4B4B-A9DE-7631E262C1ED}" srcOrd="2" destOrd="0" parTransId="{BFC90EA5-DAE7-BC41-A45D-F83662BBBF9C}" sibTransId="{3432B65C-D8CB-FA40-9065-104D1E2992F5}"/>
    <dgm:cxn modelId="{81C88F8E-0F5D-9840-BFA7-F16592281EDD}" type="presOf" srcId="{49AB5B44-B890-B04C-B026-B86A4E700BAF}" destId="{0A194821-F26A-8340-BEB3-3B39CE0C0C2A}" srcOrd="0" destOrd="0" presId="urn:microsoft.com/office/officeart/2005/8/layout/vList2"/>
    <dgm:cxn modelId="{76BA9BB0-7080-3043-8890-F20D48B6A204}" type="presOf" srcId="{DDCDCC64-7C40-4B4B-A9DE-7631E262C1ED}" destId="{1FC2D9C7-F561-A140-80B3-38AA250F4ED3}" srcOrd="0" destOrd="0" presId="urn:microsoft.com/office/officeart/2005/8/layout/vList2"/>
    <dgm:cxn modelId="{126F53C0-ACA7-8948-BA96-AF7B8189CECD}" srcId="{F87D24F9-FF4F-7549-B6A3-D1B95ABB5958}" destId="{494F0D49-46C8-6743-9DD4-3247AD5F0486}" srcOrd="0" destOrd="0" parTransId="{4B22F939-C9A0-674F-90A8-541BE7635E4A}" sibTransId="{7EB6EF0A-465D-0B47-86AD-338BDCFF1B6F}"/>
    <dgm:cxn modelId="{A4173AD0-B4FE-BB4A-8FC1-980E2FA06FCB}" type="presOf" srcId="{494F0D49-46C8-6743-9DD4-3247AD5F0486}" destId="{C8C64B85-97B1-F94C-BB99-C4F856C0884B}" srcOrd="0" destOrd="0" presId="urn:microsoft.com/office/officeart/2005/8/layout/vList2"/>
    <dgm:cxn modelId="{95FDB06F-1D5E-7D4D-810C-1D5B34D57F31}" type="presParOf" srcId="{1DD12ABA-0634-F649-9B1A-DC4D37B46BF1}" destId="{C8C64B85-97B1-F94C-BB99-C4F856C0884B}" srcOrd="0" destOrd="0" presId="urn:microsoft.com/office/officeart/2005/8/layout/vList2"/>
    <dgm:cxn modelId="{7B7EB939-B85D-214B-932F-906F1309226D}" type="presParOf" srcId="{1DD12ABA-0634-F649-9B1A-DC4D37B46BF1}" destId="{A2EE553B-A71A-D048-B500-D78A51822427}" srcOrd="1" destOrd="0" presId="urn:microsoft.com/office/officeart/2005/8/layout/vList2"/>
    <dgm:cxn modelId="{7FF1BA07-A205-6D4F-9C60-882E16385314}" type="presParOf" srcId="{1DD12ABA-0634-F649-9B1A-DC4D37B46BF1}" destId="{5E47F58B-E774-B142-84A7-D4263EA16CAC}" srcOrd="2" destOrd="0" presId="urn:microsoft.com/office/officeart/2005/8/layout/vList2"/>
    <dgm:cxn modelId="{C06006FF-21C2-E646-B4FA-953532604B7D}" type="presParOf" srcId="{1DD12ABA-0634-F649-9B1A-DC4D37B46BF1}" destId="{5C57DEA3-46AA-B746-8A7E-D710D9FD17D4}" srcOrd="3" destOrd="0" presId="urn:microsoft.com/office/officeart/2005/8/layout/vList2"/>
    <dgm:cxn modelId="{2BCDC730-5B39-AA4C-8DF7-0F2B05AEA5E6}" type="presParOf" srcId="{1DD12ABA-0634-F649-9B1A-DC4D37B46BF1}" destId="{1FC2D9C7-F561-A140-80B3-38AA250F4ED3}" srcOrd="4" destOrd="0" presId="urn:microsoft.com/office/officeart/2005/8/layout/vList2"/>
    <dgm:cxn modelId="{7B36C7EE-A19D-9C4A-BE13-0D0A00B5B972}" type="presParOf" srcId="{1DD12ABA-0634-F649-9B1A-DC4D37B46BF1}" destId="{536C438A-2A5B-CA4B-AAE2-E14C74E2C4E4}" srcOrd="5" destOrd="0" presId="urn:microsoft.com/office/officeart/2005/8/layout/vList2"/>
    <dgm:cxn modelId="{D4ECAF8E-0916-6D44-A612-8F699D871457}" type="presParOf" srcId="{1DD12ABA-0634-F649-9B1A-DC4D37B46BF1}" destId="{0A194821-F26A-8340-BEB3-3B39CE0C0C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98921F-CE00-B147-AD0B-1244E7F67028}" type="doc">
      <dgm:prSet loTypeId="urn:microsoft.com/office/officeart/2005/8/layout/lProcess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5CB9A22-3683-F941-A424-8330C2EAE038}">
      <dgm:prSet/>
      <dgm:spPr/>
      <dgm:t>
        <a:bodyPr/>
        <a:lstStyle/>
        <a:p>
          <a:r>
            <a:rPr lang="en-US" b="1" dirty="0"/>
            <a:t>AArch64 assembly</a:t>
          </a:r>
          <a:endParaRPr lang="de-CH" dirty="0"/>
        </a:p>
      </dgm:t>
    </dgm:pt>
    <dgm:pt modelId="{0607B242-085C-0449-B048-8D70E5CB139C}" type="parTrans" cxnId="{DFA45F16-4CD3-6747-A3B3-5E8B0D0B91FF}">
      <dgm:prSet/>
      <dgm:spPr/>
      <dgm:t>
        <a:bodyPr/>
        <a:lstStyle/>
        <a:p>
          <a:endParaRPr lang="de-DE"/>
        </a:p>
      </dgm:t>
    </dgm:pt>
    <dgm:pt modelId="{A18DA791-D7B0-5C4F-9AE4-7541E547305A}" type="sibTrans" cxnId="{DFA45F16-4CD3-6747-A3B3-5E8B0D0B91FF}">
      <dgm:prSet/>
      <dgm:spPr/>
      <dgm:t>
        <a:bodyPr/>
        <a:lstStyle/>
        <a:p>
          <a:endParaRPr lang="de-DE"/>
        </a:p>
      </dgm:t>
    </dgm:pt>
    <dgm:pt modelId="{F2E9435A-61E1-E94F-A488-19BE8FAD0884}">
      <dgm:prSet phldrT="[Text]"/>
      <dgm:spPr/>
      <dgm:t>
        <a:bodyPr/>
        <a:lstStyle/>
        <a:p>
          <a:r>
            <a:rPr lang="de-DE" b="1" dirty="0"/>
            <a:t>C </a:t>
          </a:r>
          <a:r>
            <a:rPr lang="de-DE" b="1" dirty="0" err="1"/>
            <a:t>main</a:t>
          </a:r>
          <a:endParaRPr lang="de-DE" b="1" dirty="0"/>
        </a:p>
      </dgm:t>
    </dgm:pt>
    <dgm:pt modelId="{51CF14B0-57E6-D543-B81D-499CA631829F}" type="parTrans" cxnId="{C9448F1A-E681-0342-BBC3-1FAB9432445E}">
      <dgm:prSet/>
      <dgm:spPr/>
      <dgm:t>
        <a:bodyPr/>
        <a:lstStyle/>
        <a:p>
          <a:endParaRPr lang="de-DE"/>
        </a:p>
      </dgm:t>
    </dgm:pt>
    <dgm:pt modelId="{80CAD309-931C-174A-8473-B9D176465DE3}" type="sibTrans" cxnId="{C9448F1A-E681-0342-BBC3-1FAB9432445E}">
      <dgm:prSet/>
      <dgm:spPr/>
      <dgm:t>
        <a:bodyPr/>
        <a:lstStyle/>
        <a:p>
          <a:endParaRPr lang="de-DE"/>
        </a:p>
      </dgm:t>
    </dgm:pt>
    <dgm:pt modelId="{5A484068-E95F-E242-90C8-DAE861750E80}">
      <dgm:prSet phldrT="[Text]"/>
      <dgm:spPr/>
      <dgm:t>
        <a:bodyPr/>
        <a:lstStyle/>
        <a:p>
          <a:r>
            <a:rPr lang="de-DE" dirty="0"/>
            <a:t>UART</a:t>
          </a:r>
        </a:p>
      </dgm:t>
    </dgm:pt>
    <dgm:pt modelId="{D67745BA-86B9-FA47-B3DC-556CB317A892}" type="parTrans" cxnId="{5F3DE59C-E32A-9841-8546-A7126AA29F60}">
      <dgm:prSet/>
      <dgm:spPr/>
      <dgm:t>
        <a:bodyPr/>
        <a:lstStyle/>
        <a:p>
          <a:endParaRPr lang="de-DE"/>
        </a:p>
      </dgm:t>
    </dgm:pt>
    <dgm:pt modelId="{212F6ABC-4D11-E24C-9B63-EC1824AAF358}" type="sibTrans" cxnId="{5F3DE59C-E32A-9841-8546-A7126AA29F60}">
      <dgm:prSet/>
      <dgm:spPr/>
      <dgm:t>
        <a:bodyPr/>
        <a:lstStyle/>
        <a:p>
          <a:endParaRPr lang="de-DE"/>
        </a:p>
      </dgm:t>
    </dgm:pt>
    <dgm:pt modelId="{55F13D97-23C2-584B-A074-943170D39854}">
      <dgm:prSet phldrT="[Text]"/>
      <dgm:spPr/>
      <dgm:t>
        <a:bodyPr/>
        <a:lstStyle/>
        <a:p>
          <a:r>
            <a:rPr lang="de-DE" dirty="0" err="1"/>
            <a:t>heap</a:t>
          </a:r>
          <a:r>
            <a:rPr lang="de-DE" dirty="0"/>
            <a:t> &amp; </a:t>
          </a:r>
          <a:r>
            <a:rPr lang="de-DE" dirty="0" err="1"/>
            <a:t>logging</a:t>
          </a:r>
          <a:endParaRPr lang="de-DE" dirty="0"/>
        </a:p>
      </dgm:t>
    </dgm:pt>
    <dgm:pt modelId="{5A9F0326-7200-1A47-AF64-2BB6EA189583}" type="parTrans" cxnId="{A506FA12-36B3-0F4F-81FE-18E7B46C5438}">
      <dgm:prSet/>
      <dgm:spPr/>
      <dgm:t>
        <a:bodyPr/>
        <a:lstStyle/>
        <a:p>
          <a:endParaRPr lang="de-DE"/>
        </a:p>
      </dgm:t>
    </dgm:pt>
    <dgm:pt modelId="{4A2C439D-745D-5E45-B5BE-5A834278D342}" type="sibTrans" cxnId="{A506FA12-36B3-0F4F-81FE-18E7B46C5438}">
      <dgm:prSet/>
      <dgm:spPr/>
      <dgm:t>
        <a:bodyPr/>
        <a:lstStyle/>
        <a:p>
          <a:endParaRPr lang="de-DE"/>
        </a:p>
      </dgm:t>
    </dgm:pt>
    <dgm:pt modelId="{C4434C44-0A3B-5146-B2CB-7ECA0DF842EF}">
      <dgm:prSet phldrT="[Text]"/>
      <dgm:spPr/>
      <dgm:t>
        <a:bodyPr/>
        <a:lstStyle/>
        <a:p>
          <a:r>
            <a:rPr lang="de-DE" dirty="0"/>
            <a:t>I2C &amp; HDMI</a:t>
          </a:r>
        </a:p>
      </dgm:t>
    </dgm:pt>
    <dgm:pt modelId="{FC97D6C2-40C6-374D-8A02-DCFDC73CE482}" type="parTrans" cxnId="{543060DA-FFDA-534A-A5B9-2421463C040E}">
      <dgm:prSet/>
      <dgm:spPr/>
      <dgm:t>
        <a:bodyPr/>
        <a:lstStyle/>
        <a:p>
          <a:endParaRPr lang="de-DE"/>
        </a:p>
      </dgm:t>
    </dgm:pt>
    <dgm:pt modelId="{A766688D-D62A-4D4D-BFC6-619F1FCCA8F8}" type="sibTrans" cxnId="{543060DA-FFDA-534A-A5B9-2421463C040E}">
      <dgm:prSet/>
      <dgm:spPr/>
      <dgm:t>
        <a:bodyPr/>
        <a:lstStyle/>
        <a:p>
          <a:endParaRPr lang="de-DE"/>
        </a:p>
      </dgm:t>
    </dgm:pt>
    <dgm:pt modelId="{A9835F55-CE64-A248-B69C-55DEA6428981}">
      <dgm:prSet phldrT="[Text]"/>
      <dgm:spPr/>
      <dgm:t>
        <a:bodyPr/>
        <a:lstStyle/>
        <a:p>
          <a:r>
            <a:rPr lang="de-DE" dirty="0" err="1"/>
            <a:t>task</a:t>
          </a:r>
          <a:r>
            <a:rPr lang="de-DE" dirty="0"/>
            <a:t> </a:t>
          </a:r>
          <a:r>
            <a:rPr lang="de-DE" dirty="0" err="1"/>
            <a:t>system</a:t>
          </a:r>
          <a:r>
            <a:rPr lang="de-DE" dirty="0"/>
            <a:t> &amp; </a:t>
          </a:r>
          <a:r>
            <a:rPr lang="de-DE" dirty="0" err="1"/>
            <a:t>scheduler</a:t>
          </a:r>
          <a:endParaRPr lang="de-DE" dirty="0"/>
        </a:p>
      </dgm:t>
    </dgm:pt>
    <dgm:pt modelId="{EA0B81B9-D3EE-9741-BC8C-2863944CA7BA}" type="parTrans" cxnId="{C31E1917-F511-6843-9E32-E5B648E005E9}">
      <dgm:prSet/>
      <dgm:spPr/>
      <dgm:t>
        <a:bodyPr/>
        <a:lstStyle/>
        <a:p>
          <a:endParaRPr lang="de-DE"/>
        </a:p>
      </dgm:t>
    </dgm:pt>
    <dgm:pt modelId="{0432B5FF-015B-F449-B8BB-CD76D31585BC}" type="sibTrans" cxnId="{C31E1917-F511-6843-9E32-E5B648E005E9}">
      <dgm:prSet/>
      <dgm:spPr/>
      <dgm:t>
        <a:bodyPr/>
        <a:lstStyle/>
        <a:p>
          <a:endParaRPr lang="de-DE"/>
        </a:p>
      </dgm:t>
    </dgm:pt>
    <dgm:pt modelId="{3C4CA184-9533-3F40-A4DD-D0DAD668E870}">
      <dgm:prSet phldrT="[Text]"/>
      <dgm:spPr/>
      <dgm:t>
        <a:bodyPr/>
        <a:lstStyle/>
        <a:p>
          <a:r>
            <a:rPr lang="de-DE" dirty="0" err="1"/>
            <a:t>interrupts</a:t>
          </a:r>
          <a:r>
            <a:rPr lang="de-DE" dirty="0"/>
            <a:t> &amp; </a:t>
          </a:r>
          <a:r>
            <a:rPr lang="de-DE" dirty="0" err="1"/>
            <a:t>timer</a:t>
          </a:r>
          <a:endParaRPr lang="de-DE" dirty="0"/>
        </a:p>
      </dgm:t>
    </dgm:pt>
    <dgm:pt modelId="{409E9710-7537-6948-9A0B-7B016EEBBFF9}" type="parTrans" cxnId="{0FCADDDE-FD5F-C048-8E5C-70D5011CF944}">
      <dgm:prSet/>
      <dgm:spPr/>
      <dgm:t>
        <a:bodyPr/>
        <a:lstStyle/>
        <a:p>
          <a:endParaRPr lang="de-DE"/>
        </a:p>
      </dgm:t>
    </dgm:pt>
    <dgm:pt modelId="{56033B28-123A-E44B-A60A-BD24C6145585}" type="sibTrans" cxnId="{0FCADDDE-FD5F-C048-8E5C-70D5011CF944}">
      <dgm:prSet/>
      <dgm:spPr/>
      <dgm:t>
        <a:bodyPr/>
        <a:lstStyle/>
        <a:p>
          <a:endParaRPr lang="de-DE"/>
        </a:p>
      </dgm:t>
    </dgm:pt>
    <dgm:pt modelId="{D3398E48-3275-124E-AC06-5E9108890A89}">
      <dgm:prSet phldrT="[Text]"/>
      <dgm:spPr/>
      <dgm:t>
        <a:bodyPr/>
        <a:lstStyle/>
        <a:p>
          <a:r>
            <a:rPr lang="de-DE" b="1" dirty="0"/>
            <a:t>System Tasks</a:t>
          </a:r>
        </a:p>
      </dgm:t>
    </dgm:pt>
    <dgm:pt modelId="{A0682944-4B94-8846-839E-58126421970E}" type="parTrans" cxnId="{9924BDAB-57F8-4F4E-B5E1-0AAF8BB150B4}">
      <dgm:prSet/>
      <dgm:spPr/>
      <dgm:t>
        <a:bodyPr/>
        <a:lstStyle/>
        <a:p>
          <a:endParaRPr lang="de-DE"/>
        </a:p>
      </dgm:t>
    </dgm:pt>
    <dgm:pt modelId="{76D51334-E056-8242-8C04-61995EC5C41F}" type="sibTrans" cxnId="{9924BDAB-57F8-4F4E-B5E1-0AAF8BB150B4}">
      <dgm:prSet/>
      <dgm:spPr/>
      <dgm:t>
        <a:bodyPr/>
        <a:lstStyle/>
        <a:p>
          <a:endParaRPr lang="de-DE"/>
        </a:p>
      </dgm:t>
    </dgm:pt>
    <dgm:pt modelId="{69E84C7A-FDD7-2C4E-BBD0-D2F4E7D43B44}">
      <dgm:prSet phldrT="[Text]"/>
      <dgm:spPr/>
      <dgm:t>
        <a:bodyPr/>
        <a:lstStyle/>
        <a:p>
          <a:r>
            <a:rPr lang="de-DE" dirty="0"/>
            <a:t>Shell</a:t>
          </a:r>
        </a:p>
      </dgm:t>
    </dgm:pt>
    <dgm:pt modelId="{010B13E9-C8C6-704B-A541-B7F8B1A599E9}" type="parTrans" cxnId="{B1AFECB0-5172-D54F-8611-01005A8F67B8}">
      <dgm:prSet/>
      <dgm:spPr/>
      <dgm:t>
        <a:bodyPr/>
        <a:lstStyle/>
        <a:p>
          <a:endParaRPr lang="de-DE"/>
        </a:p>
      </dgm:t>
    </dgm:pt>
    <dgm:pt modelId="{B6333753-BB53-B349-8761-87B3C734480D}" type="sibTrans" cxnId="{B1AFECB0-5172-D54F-8611-01005A8F67B8}">
      <dgm:prSet/>
      <dgm:spPr/>
      <dgm:t>
        <a:bodyPr/>
        <a:lstStyle/>
        <a:p>
          <a:endParaRPr lang="de-DE"/>
        </a:p>
      </dgm:t>
    </dgm:pt>
    <dgm:pt modelId="{DF55D552-F233-754B-8C4A-83348C9E412C}">
      <dgm:prSet phldrT="[Text]"/>
      <dgm:spPr/>
      <dgm:t>
        <a:bodyPr/>
        <a:lstStyle/>
        <a:p>
          <a:r>
            <a:rPr lang="de-DE" dirty="0" err="1"/>
            <a:t>hdmi_console</a:t>
          </a:r>
          <a:endParaRPr lang="de-DE" dirty="0"/>
        </a:p>
      </dgm:t>
    </dgm:pt>
    <dgm:pt modelId="{E78CAAD2-808F-CB40-82CC-0D268182026A}" type="parTrans" cxnId="{B1D8AF36-DF1C-6C4E-9677-941E1079F2D5}">
      <dgm:prSet/>
      <dgm:spPr/>
      <dgm:t>
        <a:bodyPr/>
        <a:lstStyle/>
        <a:p>
          <a:endParaRPr lang="de-DE"/>
        </a:p>
      </dgm:t>
    </dgm:pt>
    <dgm:pt modelId="{36098520-AA9A-544B-8117-9EBE800373B2}" type="sibTrans" cxnId="{B1D8AF36-DF1C-6C4E-9677-941E1079F2D5}">
      <dgm:prSet/>
      <dgm:spPr/>
      <dgm:t>
        <a:bodyPr/>
        <a:lstStyle/>
        <a:p>
          <a:endParaRPr lang="de-DE"/>
        </a:p>
      </dgm:t>
    </dgm:pt>
    <dgm:pt modelId="{54DA47AC-B1F4-F641-9D16-7100BAAE5D4D}">
      <dgm:prSet phldrT="[Text]"/>
      <dgm:spPr/>
      <dgm:t>
        <a:bodyPr/>
        <a:lstStyle/>
        <a:p>
          <a:r>
            <a:rPr lang="de-DE" dirty="0" err="1"/>
            <a:t>joystick</a:t>
          </a:r>
          <a:endParaRPr lang="de-DE" dirty="0"/>
        </a:p>
      </dgm:t>
    </dgm:pt>
    <dgm:pt modelId="{55D91CF7-07C9-B347-80FC-C0C943C90882}" type="parTrans" cxnId="{11F37109-E403-2E44-AF34-028EC568948B}">
      <dgm:prSet/>
      <dgm:spPr/>
      <dgm:t>
        <a:bodyPr/>
        <a:lstStyle/>
        <a:p>
          <a:endParaRPr lang="de-DE"/>
        </a:p>
      </dgm:t>
    </dgm:pt>
    <dgm:pt modelId="{89DD7144-AFC8-D149-8EAF-AA9BA8620E63}" type="sibTrans" cxnId="{11F37109-E403-2E44-AF34-028EC568948B}">
      <dgm:prSet/>
      <dgm:spPr/>
      <dgm:t>
        <a:bodyPr/>
        <a:lstStyle/>
        <a:p>
          <a:endParaRPr lang="de-DE"/>
        </a:p>
      </dgm:t>
    </dgm:pt>
    <dgm:pt modelId="{EA8D901D-C857-3A42-8640-A454AF3BED7A}">
      <dgm:prSet phldrT="[Text]"/>
      <dgm:spPr/>
      <dgm:t>
        <a:bodyPr/>
        <a:lstStyle/>
        <a:p>
          <a:r>
            <a:rPr lang="de-DE" dirty="0" err="1"/>
            <a:t>led</a:t>
          </a:r>
          <a:endParaRPr lang="de-DE" dirty="0"/>
        </a:p>
      </dgm:t>
    </dgm:pt>
    <dgm:pt modelId="{8FF0377F-F45E-2541-ABC4-7143FD63E92E}" type="parTrans" cxnId="{EB4926FC-87EF-704E-9A39-BB3B77EBA781}">
      <dgm:prSet/>
      <dgm:spPr/>
      <dgm:t>
        <a:bodyPr/>
        <a:lstStyle/>
        <a:p>
          <a:endParaRPr lang="de-DE"/>
        </a:p>
      </dgm:t>
    </dgm:pt>
    <dgm:pt modelId="{D77217AF-BFD1-444B-BA46-01164768103E}" type="sibTrans" cxnId="{EB4926FC-87EF-704E-9A39-BB3B77EBA781}">
      <dgm:prSet/>
      <dgm:spPr/>
      <dgm:t>
        <a:bodyPr/>
        <a:lstStyle/>
        <a:p>
          <a:endParaRPr lang="de-DE"/>
        </a:p>
      </dgm:t>
    </dgm:pt>
    <dgm:pt modelId="{ABE5EB6A-D765-0445-9A4B-14B363F2B7B4}">
      <dgm:prSet/>
      <dgm:spPr/>
      <dgm:t>
        <a:bodyPr/>
        <a:lstStyle/>
        <a:p>
          <a:r>
            <a:rPr lang="de-CH" dirty="0"/>
            <a:t>Sets initial Stack</a:t>
          </a:r>
        </a:p>
      </dgm:t>
    </dgm:pt>
    <dgm:pt modelId="{49B25C23-D199-5145-A357-69F3568D9C31}" type="parTrans" cxnId="{FE8BD825-6B1F-BD41-9A50-5E3A1EADA8B7}">
      <dgm:prSet/>
      <dgm:spPr/>
      <dgm:t>
        <a:bodyPr/>
        <a:lstStyle/>
        <a:p>
          <a:endParaRPr lang="de-DE"/>
        </a:p>
      </dgm:t>
    </dgm:pt>
    <dgm:pt modelId="{E316537E-49AF-5C41-B39F-DCF696ECEC0B}" type="sibTrans" cxnId="{FE8BD825-6B1F-BD41-9A50-5E3A1EADA8B7}">
      <dgm:prSet/>
      <dgm:spPr/>
      <dgm:t>
        <a:bodyPr/>
        <a:lstStyle/>
        <a:p>
          <a:endParaRPr lang="de-DE"/>
        </a:p>
      </dgm:t>
    </dgm:pt>
    <dgm:pt modelId="{CC7342D0-AF7D-E144-BFBD-D373CCA86CA8}">
      <dgm:prSet/>
      <dgm:spPr/>
      <dgm:t>
        <a:bodyPr/>
        <a:lstStyle/>
        <a:p>
          <a:r>
            <a:rPr lang="de-CH" dirty="0" err="1"/>
            <a:t>Clears</a:t>
          </a:r>
          <a:r>
            <a:rPr lang="de-CH" dirty="0"/>
            <a:t> .</a:t>
          </a:r>
          <a:r>
            <a:rPr lang="de-CH" dirty="0" err="1"/>
            <a:t>bss</a:t>
          </a:r>
          <a:endParaRPr lang="de-CH" dirty="0"/>
        </a:p>
      </dgm:t>
    </dgm:pt>
    <dgm:pt modelId="{60DF9A4D-3CE0-7D45-926C-8166819744C0}" type="parTrans" cxnId="{CCB0A25D-1C12-204C-83E6-0A5E09CCBF9E}">
      <dgm:prSet/>
      <dgm:spPr/>
      <dgm:t>
        <a:bodyPr/>
        <a:lstStyle/>
        <a:p>
          <a:endParaRPr lang="de-DE"/>
        </a:p>
      </dgm:t>
    </dgm:pt>
    <dgm:pt modelId="{E9DCF3E5-C996-7D4D-8D19-90837A3B7BDD}" type="sibTrans" cxnId="{CCB0A25D-1C12-204C-83E6-0A5E09CCBF9E}">
      <dgm:prSet/>
      <dgm:spPr/>
      <dgm:t>
        <a:bodyPr/>
        <a:lstStyle/>
        <a:p>
          <a:endParaRPr lang="de-DE"/>
        </a:p>
      </dgm:t>
    </dgm:pt>
    <dgm:pt modelId="{2B567922-A26D-C340-8522-3AA4D87C723A}">
      <dgm:prSet/>
      <dgm:spPr/>
      <dgm:t>
        <a:bodyPr/>
        <a:lstStyle/>
        <a:p>
          <a:r>
            <a:rPr lang="de-CH" dirty="0"/>
            <a:t>Jumps </a:t>
          </a:r>
          <a:r>
            <a:rPr lang="de-CH" dirty="0" err="1"/>
            <a:t>into</a:t>
          </a:r>
          <a:r>
            <a:rPr lang="de-CH" dirty="0"/>
            <a:t> C </a:t>
          </a:r>
          <a:r>
            <a:rPr lang="de-CH" dirty="0" err="1"/>
            <a:t>main</a:t>
          </a:r>
          <a:endParaRPr lang="de-CH" dirty="0"/>
        </a:p>
      </dgm:t>
    </dgm:pt>
    <dgm:pt modelId="{516F8C0F-F091-6F4F-99C6-321817D378DC}" type="parTrans" cxnId="{D9FA1D69-A987-F644-9CE1-1F23FEF35720}">
      <dgm:prSet/>
      <dgm:spPr/>
      <dgm:t>
        <a:bodyPr/>
        <a:lstStyle/>
        <a:p>
          <a:endParaRPr lang="de-DE"/>
        </a:p>
      </dgm:t>
    </dgm:pt>
    <dgm:pt modelId="{C5237596-8967-2D4B-AE8D-7F2A6D02FBD1}" type="sibTrans" cxnId="{D9FA1D69-A987-F644-9CE1-1F23FEF35720}">
      <dgm:prSet/>
      <dgm:spPr/>
      <dgm:t>
        <a:bodyPr/>
        <a:lstStyle/>
        <a:p>
          <a:endParaRPr lang="de-DE"/>
        </a:p>
      </dgm:t>
    </dgm:pt>
    <dgm:pt modelId="{4FEFE0F0-E76B-DE4E-89AE-44D6C03DFC24}" type="pres">
      <dgm:prSet presAssocID="{F098921F-CE00-B147-AD0B-1244E7F67028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E9F4849-D7B8-0E44-8B8D-6E55EDE3B73A}" type="pres">
      <dgm:prSet presAssocID="{C5CB9A22-3683-F941-A424-8330C2EAE038}" presName="horFlow" presStyleCnt="0"/>
      <dgm:spPr/>
    </dgm:pt>
    <dgm:pt modelId="{A37ED330-4D79-724C-91CC-913054006362}" type="pres">
      <dgm:prSet presAssocID="{C5CB9A22-3683-F941-A424-8330C2EAE038}" presName="bigChev" presStyleLbl="node1" presStyleIdx="0" presStyleCnt="3"/>
      <dgm:spPr/>
    </dgm:pt>
    <dgm:pt modelId="{CE894E2D-B909-7C4E-BD1E-6EDA322CCE41}" type="pres">
      <dgm:prSet presAssocID="{49B25C23-D199-5145-A357-69F3568D9C31}" presName="parTrans" presStyleCnt="0"/>
      <dgm:spPr/>
    </dgm:pt>
    <dgm:pt modelId="{8D72FB2D-28C3-F149-B9F9-384DDDA95615}" type="pres">
      <dgm:prSet presAssocID="{ABE5EB6A-D765-0445-9A4B-14B363F2B7B4}" presName="node" presStyleLbl="alignAccFollowNode1" presStyleIdx="0" presStyleCnt="12">
        <dgm:presLayoutVars>
          <dgm:bulletEnabled val="1"/>
        </dgm:presLayoutVars>
      </dgm:prSet>
      <dgm:spPr/>
    </dgm:pt>
    <dgm:pt modelId="{B8357A14-D764-3E49-B9A0-065A78F3FE08}" type="pres">
      <dgm:prSet presAssocID="{E316537E-49AF-5C41-B39F-DCF696ECEC0B}" presName="sibTrans" presStyleCnt="0"/>
      <dgm:spPr/>
    </dgm:pt>
    <dgm:pt modelId="{AF4106A2-31ED-8C4E-B73A-AABF0CC0FC97}" type="pres">
      <dgm:prSet presAssocID="{CC7342D0-AF7D-E144-BFBD-D373CCA86CA8}" presName="node" presStyleLbl="alignAccFollowNode1" presStyleIdx="1" presStyleCnt="12">
        <dgm:presLayoutVars>
          <dgm:bulletEnabled val="1"/>
        </dgm:presLayoutVars>
      </dgm:prSet>
      <dgm:spPr/>
    </dgm:pt>
    <dgm:pt modelId="{A4FD47B1-2B1D-B941-8E1E-DA45EF08D81C}" type="pres">
      <dgm:prSet presAssocID="{E9DCF3E5-C996-7D4D-8D19-90837A3B7BDD}" presName="sibTrans" presStyleCnt="0"/>
      <dgm:spPr/>
    </dgm:pt>
    <dgm:pt modelId="{1D8F1FBA-4AEC-4941-9864-3314CF25B7CF}" type="pres">
      <dgm:prSet presAssocID="{2B567922-A26D-C340-8522-3AA4D87C723A}" presName="node" presStyleLbl="alignAccFollowNode1" presStyleIdx="2" presStyleCnt="12">
        <dgm:presLayoutVars>
          <dgm:bulletEnabled val="1"/>
        </dgm:presLayoutVars>
      </dgm:prSet>
      <dgm:spPr/>
    </dgm:pt>
    <dgm:pt modelId="{D32BDB56-5813-7148-A12F-DC0071441AE8}" type="pres">
      <dgm:prSet presAssocID="{C5CB9A22-3683-F941-A424-8330C2EAE038}" presName="vSp" presStyleCnt="0"/>
      <dgm:spPr/>
    </dgm:pt>
    <dgm:pt modelId="{EC87328F-C670-D14A-893D-8D3F050B8537}" type="pres">
      <dgm:prSet presAssocID="{F2E9435A-61E1-E94F-A488-19BE8FAD0884}" presName="horFlow" presStyleCnt="0"/>
      <dgm:spPr/>
    </dgm:pt>
    <dgm:pt modelId="{6CDFAF3D-1467-7042-B4CD-7349943C935E}" type="pres">
      <dgm:prSet presAssocID="{F2E9435A-61E1-E94F-A488-19BE8FAD0884}" presName="bigChev" presStyleLbl="node1" presStyleIdx="1" presStyleCnt="3"/>
      <dgm:spPr/>
    </dgm:pt>
    <dgm:pt modelId="{4561A9E4-E254-9848-A3D8-F6655E0C8D8B}" type="pres">
      <dgm:prSet presAssocID="{D67745BA-86B9-FA47-B3DC-556CB317A892}" presName="parTrans" presStyleCnt="0"/>
      <dgm:spPr/>
    </dgm:pt>
    <dgm:pt modelId="{4982CE40-2D87-CD49-AC38-92851E095F45}" type="pres">
      <dgm:prSet presAssocID="{5A484068-E95F-E242-90C8-DAE861750E80}" presName="node" presStyleLbl="alignAccFollowNode1" presStyleIdx="3" presStyleCnt="12">
        <dgm:presLayoutVars>
          <dgm:bulletEnabled val="1"/>
        </dgm:presLayoutVars>
      </dgm:prSet>
      <dgm:spPr/>
    </dgm:pt>
    <dgm:pt modelId="{84B55C86-8DC8-DC4A-9B9E-147D6F91EF0C}" type="pres">
      <dgm:prSet presAssocID="{212F6ABC-4D11-E24C-9B63-EC1824AAF358}" presName="sibTrans" presStyleCnt="0"/>
      <dgm:spPr/>
    </dgm:pt>
    <dgm:pt modelId="{DFD7670B-BC46-8D46-82F1-743805C8FB1D}" type="pres">
      <dgm:prSet presAssocID="{55F13D97-23C2-584B-A074-943170D39854}" presName="node" presStyleLbl="alignAccFollowNode1" presStyleIdx="4" presStyleCnt="12">
        <dgm:presLayoutVars>
          <dgm:bulletEnabled val="1"/>
        </dgm:presLayoutVars>
      </dgm:prSet>
      <dgm:spPr/>
    </dgm:pt>
    <dgm:pt modelId="{BEB6DF9B-DF1D-1844-9110-7A10431CB437}" type="pres">
      <dgm:prSet presAssocID="{4A2C439D-745D-5E45-B5BE-5A834278D342}" presName="sibTrans" presStyleCnt="0"/>
      <dgm:spPr/>
    </dgm:pt>
    <dgm:pt modelId="{6B20C442-531A-3C4A-B762-BBE8ADB5D9BF}" type="pres">
      <dgm:prSet presAssocID="{C4434C44-0A3B-5146-B2CB-7ECA0DF842EF}" presName="node" presStyleLbl="alignAccFollowNode1" presStyleIdx="5" presStyleCnt="12">
        <dgm:presLayoutVars>
          <dgm:bulletEnabled val="1"/>
        </dgm:presLayoutVars>
      </dgm:prSet>
      <dgm:spPr/>
    </dgm:pt>
    <dgm:pt modelId="{03953583-1072-FE40-8936-2913932FCAA6}" type="pres">
      <dgm:prSet presAssocID="{A766688D-D62A-4D4D-BFC6-619F1FCCA8F8}" presName="sibTrans" presStyleCnt="0"/>
      <dgm:spPr/>
    </dgm:pt>
    <dgm:pt modelId="{8FEE0285-3526-DF4D-BEBE-0FC83A16BEBD}" type="pres">
      <dgm:prSet presAssocID="{A9835F55-CE64-A248-B69C-55DEA6428981}" presName="node" presStyleLbl="alignAccFollowNode1" presStyleIdx="6" presStyleCnt="12">
        <dgm:presLayoutVars>
          <dgm:bulletEnabled val="1"/>
        </dgm:presLayoutVars>
      </dgm:prSet>
      <dgm:spPr/>
    </dgm:pt>
    <dgm:pt modelId="{18FB30EA-B1AF-474E-AD08-E1D63FEB3E0A}" type="pres">
      <dgm:prSet presAssocID="{0432B5FF-015B-F449-B8BB-CD76D31585BC}" presName="sibTrans" presStyleCnt="0"/>
      <dgm:spPr/>
    </dgm:pt>
    <dgm:pt modelId="{A86A789B-23FB-FA41-B211-66588C4AD731}" type="pres">
      <dgm:prSet presAssocID="{3C4CA184-9533-3F40-A4DD-D0DAD668E870}" presName="node" presStyleLbl="alignAccFollowNode1" presStyleIdx="7" presStyleCnt="12">
        <dgm:presLayoutVars>
          <dgm:bulletEnabled val="1"/>
        </dgm:presLayoutVars>
      </dgm:prSet>
      <dgm:spPr/>
    </dgm:pt>
    <dgm:pt modelId="{9DE666D0-0E3C-3944-AF68-C6597E45BB07}" type="pres">
      <dgm:prSet presAssocID="{F2E9435A-61E1-E94F-A488-19BE8FAD0884}" presName="vSp" presStyleCnt="0"/>
      <dgm:spPr/>
    </dgm:pt>
    <dgm:pt modelId="{F7247565-48B6-5941-B452-99104A2E2C98}" type="pres">
      <dgm:prSet presAssocID="{D3398E48-3275-124E-AC06-5E9108890A89}" presName="horFlow" presStyleCnt="0"/>
      <dgm:spPr/>
    </dgm:pt>
    <dgm:pt modelId="{4F04F93E-8444-5844-8F4E-0660634429D2}" type="pres">
      <dgm:prSet presAssocID="{D3398E48-3275-124E-AC06-5E9108890A89}" presName="bigChev" presStyleLbl="node1" presStyleIdx="2" presStyleCnt="3"/>
      <dgm:spPr/>
    </dgm:pt>
    <dgm:pt modelId="{7152B113-1BC5-A449-B642-D606C47711CF}" type="pres">
      <dgm:prSet presAssocID="{010B13E9-C8C6-704B-A541-B7F8B1A599E9}" presName="parTrans" presStyleCnt="0"/>
      <dgm:spPr/>
    </dgm:pt>
    <dgm:pt modelId="{3E341B9D-76C4-0A4E-B6C1-F7D45F1B1F1A}" type="pres">
      <dgm:prSet presAssocID="{69E84C7A-FDD7-2C4E-BBD0-D2F4E7D43B44}" presName="node" presStyleLbl="alignAccFollowNode1" presStyleIdx="8" presStyleCnt="12">
        <dgm:presLayoutVars>
          <dgm:bulletEnabled val="1"/>
        </dgm:presLayoutVars>
      </dgm:prSet>
      <dgm:spPr/>
    </dgm:pt>
    <dgm:pt modelId="{5116B0F8-D22F-6C4B-8BD6-F493B8ADA2A1}" type="pres">
      <dgm:prSet presAssocID="{B6333753-BB53-B349-8761-87B3C734480D}" presName="sibTrans" presStyleCnt="0"/>
      <dgm:spPr/>
    </dgm:pt>
    <dgm:pt modelId="{FCF7180E-D738-2E43-AAD1-1FFFFD745914}" type="pres">
      <dgm:prSet presAssocID="{DF55D552-F233-754B-8C4A-83348C9E412C}" presName="node" presStyleLbl="alignAccFollowNode1" presStyleIdx="9" presStyleCnt="12">
        <dgm:presLayoutVars>
          <dgm:bulletEnabled val="1"/>
        </dgm:presLayoutVars>
      </dgm:prSet>
      <dgm:spPr/>
    </dgm:pt>
    <dgm:pt modelId="{8D2F5E4F-AFC6-0947-947E-B551A36E3363}" type="pres">
      <dgm:prSet presAssocID="{36098520-AA9A-544B-8117-9EBE800373B2}" presName="sibTrans" presStyleCnt="0"/>
      <dgm:spPr/>
    </dgm:pt>
    <dgm:pt modelId="{A26DDB8B-AAD1-1142-9B4D-0AF9027AF54C}" type="pres">
      <dgm:prSet presAssocID="{54DA47AC-B1F4-F641-9D16-7100BAAE5D4D}" presName="node" presStyleLbl="alignAccFollowNode1" presStyleIdx="10" presStyleCnt="12">
        <dgm:presLayoutVars>
          <dgm:bulletEnabled val="1"/>
        </dgm:presLayoutVars>
      </dgm:prSet>
      <dgm:spPr/>
    </dgm:pt>
    <dgm:pt modelId="{5335ED58-BC4C-0F4C-B75B-6603AD94E7CA}" type="pres">
      <dgm:prSet presAssocID="{89DD7144-AFC8-D149-8EAF-AA9BA8620E63}" presName="sibTrans" presStyleCnt="0"/>
      <dgm:spPr/>
    </dgm:pt>
    <dgm:pt modelId="{6EDAE8C2-F8D8-3A41-B3B8-A7871FD81DD2}" type="pres">
      <dgm:prSet presAssocID="{EA8D901D-C857-3A42-8640-A454AF3BED7A}" presName="node" presStyleLbl="alignAccFollowNode1" presStyleIdx="11" presStyleCnt="12">
        <dgm:presLayoutVars>
          <dgm:bulletEnabled val="1"/>
        </dgm:presLayoutVars>
      </dgm:prSet>
      <dgm:spPr/>
    </dgm:pt>
  </dgm:ptLst>
  <dgm:cxnLst>
    <dgm:cxn modelId="{C6B07601-A8A6-7C49-BD06-985286093C0E}" type="presOf" srcId="{CC7342D0-AF7D-E144-BFBD-D373CCA86CA8}" destId="{AF4106A2-31ED-8C4E-B73A-AABF0CC0FC97}" srcOrd="0" destOrd="0" presId="urn:microsoft.com/office/officeart/2005/8/layout/lProcess3"/>
    <dgm:cxn modelId="{11F37109-E403-2E44-AF34-028EC568948B}" srcId="{D3398E48-3275-124E-AC06-5E9108890A89}" destId="{54DA47AC-B1F4-F641-9D16-7100BAAE5D4D}" srcOrd="2" destOrd="0" parTransId="{55D91CF7-07C9-B347-80FC-C0C943C90882}" sibTransId="{89DD7144-AFC8-D149-8EAF-AA9BA8620E63}"/>
    <dgm:cxn modelId="{A506FA12-36B3-0F4F-81FE-18E7B46C5438}" srcId="{F2E9435A-61E1-E94F-A488-19BE8FAD0884}" destId="{55F13D97-23C2-584B-A074-943170D39854}" srcOrd="1" destOrd="0" parTransId="{5A9F0326-7200-1A47-AF64-2BB6EA189583}" sibTransId="{4A2C439D-745D-5E45-B5BE-5A834278D342}"/>
    <dgm:cxn modelId="{3E1D3614-3A4B-184F-89A0-BA45736D863E}" type="presOf" srcId="{DF55D552-F233-754B-8C4A-83348C9E412C}" destId="{FCF7180E-D738-2E43-AAD1-1FFFFD745914}" srcOrd="0" destOrd="0" presId="urn:microsoft.com/office/officeart/2005/8/layout/lProcess3"/>
    <dgm:cxn modelId="{DFA45F16-4CD3-6747-A3B3-5E8B0D0B91FF}" srcId="{F098921F-CE00-B147-AD0B-1244E7F67028}" destId="{C5CB9A22-3683-F941-A424-8330C2EAE038}" srcOrd="0" destOrd="0" parTransId="{0607B242-085C-0449-B048-8D70E5CB139C}" sibTransId="{A18DA791-D7B0-5C4F-9AE4-7541E547305A}"/>
    <dgm:cxn modelId="{C31E1917-F511-6843-9E32-E5B648E005E9}" srcId="{F2E9435A-61E1-E94F-A488-19BE8FAD0884}" destId="{A9835F55-CE64-A248-B69C-55DEA6428981}" srcOrd="3" destOrd="0" parTransId="{EA0B81B9-D3EE-9741-BC8C-2863944CA7BA}" sibTransId="{0432B5FF-015B-F449-B8BB-CD76D31585BC}"/>
    <dgm:cxn modelId="{509D2019-9280-6A49-A28F-E151A9DF1954}" type="presOf" srcId="{5A484068-E95F-E242-90C8-DAE861750E80}" destId="{4982CE40-2D87-CD49-AC38-92851E095F45}" srcOrd="0" destOrd="0" presId="urn:microsoft.com/office/officeart/2005/8/layout/lProcess3"/>
    <dgm:cxn modelId="{C9448F1A-E681-0342-BBC3-1FAB9432445E}" srcId="{F098921F-CE00-B147-AD0B-1244E7F67028}" destId="{F2E9435A-61E1-E94F-A488-19BE8FAD0884}" srcOrd="1" destOrd="0" parTransId="{51CF14B0-57E6-D543-B81D-499CA631829F}" sibTransId="{80CAD309-931C-174A-8473-B9D176465DE3}"/>
    <dgm:cxn modelId="{E49A8624-BBCD-6443-A9DF-37874136E101}" type="presOf" srcId="{A9835F55-CE64-A248-B69C-55DEA6428981}" destId="{8FEE0285-3526-DF4D-BEBE-0FC83A16BEBD}" srcOrd="0" destOrd="0" presId="urn:microsoft.com/office/officeart/2005/8/layout/lProcess3"/>
    <dgm:cxn modelId="{FE8BD825-6B1F-BD41-9A50-5E3A1EADA8B7}" srcId="{C5CB9A22-3683-F941-A424-8330C2EAE038}" destId="{ABE5EB6A-D765-0445-9A4B-14B363F2B7B4}" srcOrd="0" destOrd="0" parTransId="{49B25C23-D199-5145-A357-69F3568D9C31}" sibTransId="{E316537E-49AF-5C41-B39F-DCF696ECEC0B}"/>
    <dgm:cxn modelId="{08F14C32-5B36-1A40-AB30-E71703DFA022}" type="presOf" srcId="{C4434C44-0A3B-5146-B2CB-7ECA0DF842EF}" destId="{6B20C442-531A-3C4A-B762-BBE8ADB5D9BF}" srcOrd="0" destOrd="0" presId="urn:microsoft.com/office/officeart/2005/8/layout/lProcess3"/>
    <dgm:cxn modelId="{B1D8AF36-DF1C-6C4E-9677-941E1079F2D5}" srcId="{D3398E48-3275-124E-AC06-5E9108890A89}" destId="{DF55D552-F233-754B-8C4A-83348C9E412C}" srcOrd="1" destOrd="0" parTransId="{E78CAAD2-808F-CB40-82CC-0D268182026A}" sibTransId="{36098520-AA9A-544B-8117-9EBE800373B2}"/>
    <dgm:cxn modelId="{330E8E44-67B3-6148-98FB-126CF9F4DA8D}" type="presOf" srcId="{D3398E48-3275-124E-AC06-5E9108890A89}" destId="{4F04F93E-8444-5844-8F4E-0660634429D2}" srcOrd="0" destOrd="0" presId="urn:microsoft.com/office/officeart/2005/8/layout/lProcess3"/>
    <dgm:cxn modelId="{66023A5C-CCCB-8D44-A6A1-F20B00CE4373}" type="presOf" srcId="{F2E9435A-61E1-E94F-A488-19BE8FAD0884}" destId="{6CDFAF3D-1467-7042-B4CD-7349943C935E}" srcOrd="0" destOrd="0" presId="urn:microsoft.com/office/officeart/2005/8/layout/lProcess3"/>
    <dgm:cxn modelId="{CCB0A25D-1C12-204C-83E6-0A5E09CCBF9E}" srcId="{C5CB9A22-3683-F941-A424-8330C2EAE038}" destId="{CC7342D0-AF7D-E144-BFBD-D373CCA86CA8}" srcOrd="1" destOrd="0" parTransId="{60DF9A4D-3CE0-7D45-926C-8166819744C0}" sibTransId="{E9DCF3E5-C996-7D4D-8D19-90837A3B7BDD}"/>
    <dgm:cxn modelId="{D9FA1D69-A987-F644-9CE1-1F23FEF35720}" srcId="{C5CB9A22-3683-F941-A424-8330C2EAE038}" destId="{2B567922-A26D-C340-8522-3AA4D87C723A}" srcOrd="2" destOrd="0" parTransId="{516F8C0F-F091-6F4F-99C6-321817D378DC}" sibTransId="{C5237596-8967-2D4B-AE8D-7F2A6D02FBD1}"/>
    <dgm:cxn modelId="{0B130971-BF44-154D-8D05-C705663D4059}" type="presOf" srcId="{54DA47AC-B1F4-F641-9D16-7100BAAE5D4D}" destId="{A26DDB8B-AAD1-1142-9B4D-0AF9027AF54C}" srcOrd="0" destOrd="0" presId="urn:microsoft.com/office/officeart/2005/8/layout/lProcess3"/>
    <dgm:cxn modelId="{5B7DEF71-A203-3A45-9F9C-3B5B31F7B413}" type="presOf" srcId="{69E84C7A-FDD7-2C4E-BBD0-D2F4E7D43B44}" destId="{3E341B9D-76C4-0A4E-B6C1-F7D45F1B1F1A}" srcOrd="0" destOrd="0" presId="urn:microsoft.com/office/officeart/2005/8/layout/lProcess3"/>
    <dgm:cxn modelId="{07927180-3BAB-EB40-A386-DA345A53738F}" type="presOf" srcId="{3C4CA184-9533-3F40-A4DD-D0DAD668E870}" destId="{A86A789B-23FB-FA41-B211-66588C4AD731}" srcOrd="0" destOrd="0" presId="urn:microsoft.com/office/officeart/2005/8/layout/lProcess3"/>
    <dgm:cxn modelId="{385B5584-8846-0E4C-AE95-45F90A2296C0}" type="presOf" srcId="{EA8D901D-C857-3A42-8640-A454AF3BED7A}" destId="{6EDAE8C2-F8D8-3A41-B3B8-A7871FD81DD2}" srcOrd="0" destOrd="0" presId="urn:microsoft.com/office/officeart/2005/8/layout/lProcess3"/>
    <dgm:cxn modelId="{258BB793-B7E8-5342-BC19-B58D6F5D83AD}" type="presOf" srcId="{55F13D97-23C2-584B-A074-943170D39854}" destId="{DFD7670B-BC46-8D46-82F1-743805C8FB1D}" srcOrd="0" destOrd="0" presId="urn:microsoft.com/office/officeart/2005/8/layout/lProcess3"/>
    <dgm:cxn modelId="{5F3DE59C-E32A-9841-8546-A7126AA29F60}" srcId="{F2E9435A-61E1-E94F-A488-19BE8FAD0884}" destId="{5A484068-E95F-E242-90C8-DAE861750E80}" srcOrd="0" destOrd="0" parTransId="{D67745BA-86B9-FA47-B3DC-556CB317A892}" sibTransId="{212F6ABC-4D11-E24C-9B63-EC1824AAF358}"/>
    <dgm:cxn modelId="{9924BDAB-57F8-4F4E-B5E1-0AAF8BB150B4}" srcId="{F098921F-CE00-B147-AD0B-1244E7F67028}" destId="{D3398E48-3275-124E-AC06-5E9108890A89}" srcOrd="2" destOrd="0" parTransId="{A0682944-4B94-8846-839E-58126421970E}" sibTransId="{76D51334-E056-8242-8C04-61995EC5C41F}"/>
    <dgm:cxn modelId="{B1AFECB0-5172-D54F-8611-01005A8F67B8}" srcId="{D3398E48-3275-124E-AC06-5E9108890A89}" destId="{69E84C7A-FDD7-2C4E-BBD0-D2F4E7D43B44}" srcOrd="0" destOrd="0" parTransId="{010B13E9-C8C6-704B-A541-B7F8B1A599E9}" sibTransId="{B6333753-BB53-B349-8761-87B3C734480D}"/>
    <dgm:cxn modelId="{FB7DCDC1-DE80-434A-8989-D77CCB53470C}" type="presOf" srcId="{ABE5EB6A-D765-0445-9A4B-14B363F2B7B4}" destId="{8D72FB2D-28C3-F149-B9F9-384DDDA95615}" srcOrd="0" destOrd="0" presId="urn:microsoft.com/office/officeart/2005/8/layout/lProcess3"/>
    <dgm:cxn modelId="{FB6625C4-6304-4D43-8823-222BC8A473EE}" type="presOf" srcId="{2B567922-A26D-C340-8522-3AA4D87C723A}" destId="{1D8F1FBA-4AEC-4941-9864-3314CF25B7CF}" srcOrd="0" destOrd="0" presId="urn:microsoft.com/office/officeart/2005/8/layout/lProcess3"/>
    <dgm:cxn modelId="{543060DA-FFDA-534A-A5B9-2421463C040E}" srcId="{F2E9435A-61E1-E94F-A488-19BE8FAD0884}" destId="{C4434C44-0A3B-5146-B2CB-7ECA0DF842EF}" srcOrd="2" destOrd="0" parTransId="{FC97D6C2-40C6-374D-8A02-DCFDC73CE482}" sibTransId="{A766688D-D62A-4D4D-BFC6-619F1FCCA8F8}"/>
    <dgm:cxn modelId="{2C9C9BDB-F286-5C4C-ACA9-B0AA0ED11F80}" type="presOf" srcId="{C5CB9A22-3683-F941-A424-8330C2EAE038}" destId="{A37ED330-4D79-724C-91CC-913054006362}" srcOrd="0" destOrd="0" presId="urn:microsoft.com/office/officeart/2005/8/layout/lProcess3"/>
    <dgm:cxn modelId="{0FCADDDE-FD5F-C048-8E5C-70D5011CF944}" srcId="{F2E9435A-61E1-E94F-A488-19BE8FAD0884}" destId="{3C4CA184-9533-3F40-A4DD-D0DAD668E870}" srcOrd="4" destOrd="0" parTransId="{409E9710-7537-6948-9A0B-7B016EEBBFF9}" sibTransId="{56033B28-123A-E44B-A60A-BD24C6145585}"/>
    <dgm:cxn modelId="{468E6BE0-5FEE-5145-B394-E8C8647DDFD9}" type="presOf" srcId="{F098921F-CE00-B147-AD0B-1244E7F67028}" destId="{4FEFE0F0-E76B-DE4E-89AE-44D6C03DFC24}" srcOrd="0" destOrd="0" presId="urn:microsoft.com/office/officeart/2005/8/layout/lProcess3"/>
    <dgm:cxn modelId="{EB4926FC-87EF-704E-9A39-BB3B77EBA781}" srcId="{D3398E48-3275-124E-AC06-5E9108890A89}" destId="{EA8D901D-C857-3A42-8640-A454AF3BED7A}" srcOrd="3" destOrd="0" parTransId="{8FF0377F-F45E-2541-ABC4-7143FD63E92E}" sibTransId="{D77217AF-BFD1-444B-BA46-01164768103E}"/>
    <dgm:cxn modelId="{B8A9FDC3-2B39-D543-A373-BF5D63FF2AFA}" type="presParOf" srcId="{4FEFE0F0-E76B-DE4E-89AE-44D6C03DFC24}" destId="{4E9F4849-D7B8-0E44-8B8D-6E55EDE3B73A}" srcOrd="0" destOrd="0" presId="urn:microsoft.com/office/officeart/2005/8/layout/lProcess3"/>
    <dgm:cxn modelId="{08C5AD39-D235-FE45-A694-51474CD68E18}" type="presParOf" srcId="{4E9F4849-D7B8-0E44-8B8D-6E55EDE3B73A}" destId="{A37ED330-4D79-724C-91CC-913054006362}" srcOrd="0" destOrd="0" presId="urn:microsoft.com/office/officeart/2005/8/layout/lProcess3"/>
    <dgm:cxn modelId="{3C4DBAFC-8DF7-8341-9110-AA2C9A3CFBEA}" type="presParOf" srcId="{4E9F4849-D7B8-0E44-8B8D-6E55EDE3B73A}" destId="{CE894E2D-B909-7C4E-BD1E-6EDA322CCE41}" srcOrd="1" destOrd="0" presId="urn:microsoft.com/office/officeart/2005/8/layout/lProcess3"/>
    <dgm:cxn modelId="{30FD736C-E45E-5E48-AE42-4B4876D38E37}" type="presParOf" srcId="{4E9F4849-D7B8-0E44-8B8D-6E55EDE3B73A}" destId="{8D72FB2D-28C3-F149-B9F9-384DDDA95615}" srcOrd="2" destOrd="0" presId="urn:microsoft.com/office/officeart/2005/8/layout/lProcess3"/>
    <dgm:cxn modelId="{BDE0EA54-A6F8-A047-823A-B4E55CD8C5B2}" type="presParOf" srcId="{4E9F4849-D7B8-0E44-8B8D-6E55EDE3B73A}" destId="{B8357A14-D764-3E49-B9A0-065A78F3FE08}" srcOrd="3" destOrd="0" presId="urn:microsoft.com/office/officeart/2005/8/layout/lProcess3"/>
    <dgm:cxn modelId="{F7D444E4-0F79-2F47-BA20-04FE824E954A}" type="presParOf" srcId="{4E9F4849-D7B8-0E44-8B8D-6E55EDE3B73A}" destId="{AF4106A2-31ED-8C4E-B73A-AABF0CC0FC97}" srcOrd="4" destOrd="0" presId="urn:microsoft.com/office/officeart/2005/8/layout/lProcess3"/>
    <dgm:cxn modelId="{D8D24385-5568-C64B-8C42-65F5321BE668}" type="presParOf" srcId="{4E9F4849-D7B8-0E44-8B8D-6E55EDE3B73A}" destId="{A4FD47B1-2B1D-B941-8E1E-DA45EF08D81C}" srcOrd="5" destOrd="0" presId="urn:microsoft.com/office/officeart/2005/8/layout/lProcess3"/>
    <dgm:cxn modelId="{57A6C68A-85C7-2A4B-A51E-98E56B70BC28}" type="presParOf" srcId="{4E9F4849-D7B8-0E44-8B8D-6E55EDE3B73A}" destId="{1D8F1FBA-4AEC-4941-9864-3314CF25B7CF}" srcOrd="6" destOrd="0" presId="urn:microsoft.com/office/officeart/2005/8/layout/lProcess3"/>
    <dgm:cxn modelId="{6CF42F37-CC98-2B45-9765-8C2521ECED79}" type="presParOf" srcId="{4FEFE0F0-E76B-DE4E-89AE-44D6C03DFC24}" destId="{D32BDB56-5813-7148-A12F-DC0071441AE8}" srcOrd="1" destOrd="0" presId="urn:microsoft.com/office/officeart/2005/8/layout/lProcess3"/>
    <dgm:cxn modelId="{91250723-33A5-8F46-8FB0-DE10188E6595}" type="presParOf" srcId="{4FEFE0F0-E76B-DE4E-89AE-44D6C03DFC24}" destId="{EC87328F-C670-D14A-893D-8D3F050B8537}" srcOrd="2" destOrd="0" presId="urn:microsoft.com/office/officeart/2005/8/layout/lProcess3"/>
    <dgm:cxn modelId="{A2D3630A-F378-174F-8A90-BFDA54971E5C}" type="presParOf" srcId="{EC87328F-C670-D14A-893D-8D3F050B8537}" destId="{6CDFAF3D-1467-7042-B4CD-7349943C935E}" srcOrd="0" destOrd="0" presId="urn:microsoft.com/office/officeart/2005/8/layout/lProcess3"/>
    <dgm:cxn modelId="{7912DB53-A5D7-4C45-945F-D1E667885042}" type="presParOf" srcId="{EC87328F-C670-D14A-893D-8D3F050B8537}" destId="{4561A9E4-E254-9848-A3D8-F6655E0C8D8B}" srcOrd="1" destOrd="0" presId="urn:microsoft.com/office/officeart/2005/8/layout/lProcess3"/>
    <dgm:cxn modelId="{0D64A004-A7AC-F949-9C72-517F236A8109}" type="presParOf" srcId="{EC87328F-C670-D14A-893D-8D3F050B8537}" destId="{4982CE40-2D87-CD49-AC38-92851E095F45}" srcOrd="2" destOrd="0" presId="urn:microsoft.com/office/officeart/2005/8/layout/lProcess3"/>
    <dgm:cxn modelId="{5A800E61-A126-F142-8F7A-FCFD36775112}" type="presParOf" srcId="{EC87328F-C670-D14A-893D-8D3F050B8537}" destId="{84B55C86-8DC8-DC4A-9B9E-147D6F91EF0C}" srcOrd="3" destOrd="0" presId="urn:microsoft.com/office/officeart/2005/8/layout/lProcess3"/>
    <dgm:cxn modelId="{80A4E275-8E33-AE48-B991-7DE3E5398B9F}" type="presParOf" srcId="{EC87328F-C670-D14A-893D-8D3F050B8537}" destId="{DFD7670B-BC46-8D46-82F1-743805C8FB1D}" srcOrd="4" destOrd="0" presId="urn:microsoft.com/office/officeart/2005/8/layout/lProcess3"/>
    <dgm:cxn modelId="{F08B9D53-C0C1-1541-A5FB-892559990BF9}" type="presParOf" srcId="{EC87328F-C670-D14A-893D-8D3F050B8537}" destId="{BEB6DF9B-DF1D-1844-9110-7A10431CB437}" srcOrd="5" destOrd="0" presId="urn:microsoft.com/office/officeart/2005/8/layout/lProcess3"/>
    <dgm:cxn modelId="{4005299D-D545-2F44-A270-8D0CA2B14079}" type="presParOf" srcId="{EC87328F-C670-D14A-893D-8D3F050B8537}" destId="{6B20C442-531A-3C4A-B762-BBE8ADB5D9BF}" srcOrd="6" destOrd="0" presId="urn:microsoft.com/office/officeart/2005/8/layout/lProcess3"/>
    <dgm:cxn modelId="{BFC3FAD3-5790-FA42-90D4-BB9DD9DE1DC2}" type="presParOf" srcId="{EC87328F-C670-D14A-893D-8D3F050B8537}" destId="{03953583-1072-FE40-8936-2913932FCAA6}" srcOrd="7" destOrd="0" presId="urn:microsoft.com/office/officeart/2005/8/layout/lProcess3"/>
    <dgm:cxn modelId="{607BC143-04B8-3C4D-A7B3-20796E2EB36F}" type="presParOf" srcId="{EC87328F-C670-D14A-893D-8D3F050B8537}" destId="{8FEE0285-3526-DF4D-BEBE-0FC83A16BEBD}" srcOrd="8" destOrd="0" presId="urn:microsoft.com/office/officeart/2005/8/layout/lProcess3"/>
    <dgm:cxn modelId="{C3CE6C32-2A12-0E4D-AC58-E5E1E1F3179C}" type="presParOf" srcId="{EC87328F-C670-D14A-893D-8D3F050B8537}" destId="{18FB30EA-B1AF-474E-AD08-E1D63FEB3E0A}" srcOrd="9" destOrd="0" presId="urn:microsoft.com/office/officeart/2005/8/layout/lProcess3"/>
    <dgm:cxn modelId="{C861A967-6FA7-134C-8099-A98D479EE82F}" type="presParOf" srcId="{EC87328F-C670-D14A-893D-8D3F050B8537}" destId="{A86A789B-23FB-FA41-B211-66588C4AD731}" srcOrd="10" destOrd="0" presId="urn:microsoft.com/office/officeart/2005/8/layout/lProcess3"/>
    <dgm:cxn modelId="{C51FEE10-9B0D-6B49-9CCE-A3D2B5F062F6}" type="presParOf" srcId="{4FEFE0F0-E76B-DE4E-89AE-44D6C03DFC24}" destId="{9DE666D0-0E3C-3944-AF68-C6597E45BB07}" srcOrd="3" destOrd="0" presId="urn:microsoft.com/office/officeart/2005/8/layout/lProcess3"/>
    <dgm:cxn modelId="{20912867-0CA7-A24F-B632-A537D71A1FC2}" type="presParOf" srcId="{4FEFE0F0-E76B-DE4E-89AE-44D6C03DFC24}" destId="{F7247565-48B6-5941-B452-99104A2E2C98}" srcOrd="4" destOrd="0" presId="urn:microsoft.com/office/officeart/2005/8/layout/lProcess3"/>
    <dgm:cxn modelId="{699511F2-84F1-0648-AAC7-35666ADB4C6F}" type="presParOf" srcId="{F7247565-48B6-5941-B452-99104A2E2C98}" destId="{4F04F93E-8444-5844-8F4E-0660634429D2}" srcOrd="0" destOrd="0" presId="urn:microsoft.com/office/officeart/2005/8/layout/lProcess3"/>
    <dgm:cxn modelId="{BC2FA5BB-F2EB-EF44-8485-FC74746D4863}" type="presParOf" srcId="{F7247565-48B6-5941-B452-99104A2E2C98}" destId="{7152B113-1BC5-A449-B642-D606C47711CF}" srcOrd="1" destOrd="0" presId="urn:microsoft.com/office/officeart/2005/8/layout/lProcess3"/>
    <dgm:cxn modelId="{C4E75801-731C-0948-B2E4-044B4D1E9DC6}" type="presParOf" srcId="{F7247565-48B6-5941-B452-99104A2E2C98}" destId="{3E341B9D-76C4-0A4E-B6C1-F7D45F1B1F1A}" srcOrd="2" destOrd="0" presId="urn:microsoft.com/office/officeart/2005/8/layout/lProcess3"/>
    <dgm:cxn modelId="{EE3D5ADF-36AD-E949-B001-E09CA5EC31C0}" type="presParOf" srcId="{F7247565-48B6-5941-B452-99104A2E2C98}" destId="{5116B0F8-D22F-6C4B-8BD6-F493B8ADA2A1}" srcOrd="3" destOrd="0" presId="urn:microsoft.com/office/officeart/2005/8/layout/lProcess3"/>
    <dgm:cxn modelId="{C2B15CAA-68FB-5A4C-A9AF-27558867215E}" type="presParOf" srcId="{F7247565-48B6-5941-B452-99104A2E2C98}" destId="{FCF7180E-D738-2E43-AAD1-1FFFFD745914}" srcOrd="4" destOrd="0" presId="urn:microsoft.com/office/officeart/2005/8/layout/lProcess3"/>
    <dgm:cxn modelId="{29048B27-8987-2B47-93C7-1BFFAB4666A8}" type="presParOf" srcId="{F7247565-48B6-5941-B452-99104A2E2C98}" destId="{8D2F5E4F-AFC6-0947-947E-B551A36E3363}" srcOrd="5" destOrd="0" presId="urn:microsoft.com/office/officeart/2005/8/layout/lProcess3"/>
    <dgm:cxn modelId="{0156A7F3-3576-114E-91C4-07C6AEF8FFDB}" type="presParOf" srcId="{F7247565-48B6-5941-B452-99104A2E2C98}" destId="{A26DDB8B-AAD1-1142-9B4D-0AF9027AF54C}" srcOrd="6" destOrd="0" presId="urn:microsoft.com/office/officeart/2005/8/layout/lProcess3"/>
    <dgm:cxn modelId="{E8121588-2970-D44D-8B6D-C9CFE4704AD2}" type="presParOf" srcId="{F7247565-48B6-5941-B452-99104A2E2C98}" destId="{5335ED58-BC4C-0F4C-B75B-6603AD94E7CA}" srcOrd="7" destOrd="0" presId="urn:microsoft.com/office/officeart/2005/8/layout/lProcess3"/>
    <dgm:cxn modelId="{3792F37E-BB53-2440-BB6F-76D5961C3AEB}" type="presParOf" srcId="{F7247565-48B6-5941-B452-99104A2E2C98}" destId="{6EDAE8C2-F8D8-3A41-B3B8-A7871FD81DD2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64B85-97B1-F94C-BB99-C4F856C0884B}">
      <dsp:nvSpPr>
        <dsp:cNvPr id="0" name=""/>
        <dsp:cNvSpPr/>
      </dsp:nvSpPr>
      <dsp:spPr>
        <a:xfrm>
          <a:off x="0" y="20424"/>
          <a:ext cx="11521839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MMIO Layer: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000" kern="1200" dirty="0">
              <a:solidFill>
                <a:schemeClr val="tx1"/>
              </a:solidFill>
            </a:rPr>
            <a:t>- </a:t>
          </a:r>
          <a:r>
            <a:rPr lang="de-CH" sz="2000" kern="1200" dirty="0" err="1">
              <a:solidFill>
                <a:schemeClr val="tx1"/>
              </a:solidFill>
            </a:rPr>
            <a:t>Direct</a:t>
          </a:r>
          <a:r>
            <a:rPr lang="de-CH" sz="2000" kern="1200" dirty="0">
              <a:solidFill>
                <a:schemeClr val="tx1"/>
              </a:solidFill>
            </a:rPr>
            <a:t> </a:t>
          </a:r>
          <a:r>
            <a:rPr lang="de-CH" sz="2000" kern="1200" dirty="0" err="1">
              <a:solidFill>
                <a:schemeClr val="tx1"/>
              </a:solidFill>
            </a:rPr>
            <a:t>access</a:t>
          </a:r>
          <a:r>
            <a:rPr lang="de-CH" sz="2000" kern="1200" dirty="0">
              <a:solidFill>
                <a:schemeClr val="tx1"/>
              </a:solidFill>
            </a:rPr>
            <a:t> </a:t>
          </a:r>
          <a:r>
            <a:rPr lang="de-CH" sz="2000" kern="1200" dirty="0" err="1">
              <a:solidFill>
                <a:schemeClr val="tx1"/>
              </a:solidFill>
            </a:rPr>
            <a:t>to</a:t>
          </a:r>
          <a:r>
            <a:rPr lang="de-CH" sz="2000" kern="1200" dirty="0">
              <a:solidFill>
                <a:schemeClr val="tx1"/>
              </a:solidFill>
            </a:rPr>
            <a:t> </a:t>
          </a:r>
          <a:r>
            <a:rPr lang="de-CH" sz="2000" kern="1200" dirty="0" err="1">
              <a:solidFill>
                <a:schemeClr val="tx1"/>
              </a:solidFill>
            </a:rPr>
            <a:t>peripheral</a:t>
          </a:r>
          <a:r>
            <a:rPr lang="de-CH" sz="2000" kern="1200" dirty="0">
              <a:solidFill>
                <a:schemeClr val="tx1"/>
              </a:solidFill>
            </a:rPr>
            <a:t> </a:t>
          </a:r>
          <a:r>
            <a:rPr lang="de-CH" sz="2000" kern="1200" dirty="0" err="1">
              <a:solidFill>
                <a:schemeClr val="tx1"/>
              </a:solidFill>
            </a:rPr>
            <a:t>registers</a:t>
          </a:r>
          <a:endParaRPr lang="de-CH" sz="2000" kern="1200" dirty="0">
            <a:solidFill>
              <a:schemeClr val="tx1"/>
            </a:solidFill>
          </a:endParaRPr>
        </a:p>
      </dsp:txBody>
      <dsp:txXfrm>
        <a:off x="53916" y="74340"/>
        <a:ext cx="11414007" cy="996648"/>
      </dsp:txXfrm>
    </dsp:sp>
    <dsp:sp modelId="{5E47F58B-E774-B142-84A7-D4263EA16CAC}">
      <dsp:nvSpPr>
        <dsp:cNvPr id="0" name=""/>
        <dsp:cNvSpPr/>
      </dsp:nvSpPr>
      <dsp:spPr>
        <a:xfrm>
          <a:off x="0" y="1294824"/>
          <a:ext cx="11521839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Drivers: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tx1"/>
              </a:solidFill>
            </a:rPr>
            <a:t>- UART, GPIO, I2C, timer, interrupts, HDMI framebuffer</a:t>
          </a:r>
          <a:endParaRPr lang="de-CH" sz="2000" b="0" kern="1200" dirty="0">
            <a:solidFill>
              <a:schemeClr val="tx1"/>
            </a:solidFill>
          </a:endParaRPr>
        </a:p>
      </dsp:txBody>
      <dsp:txXfrm>
        <a:off x="53916" y="1348740"/>
        <a:ext cx="11414007" cy="996648"/>
      </dsp:txXfrm>
    </dsp:sp>
    <dsp:sp modelId="{1FC2D9C7-F561-A140-80B3-38AA250F4ED3}">
      <dsp:nvSpPr>
        <dsp:cNvPr id="0" name=""/>
        <dsp:cNvSpPr/>
      </dsp:nvSpPr>
      <dsp:spPr>
        <a:xfrm>
          <a:off x="0" y="2569224"/>
          <a:ext cx="11521839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Kernel Mechanisms: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tx1"/>
              </a:solidFill>
            </a:rPr>
            <a:t>- Task system, scheduler, mutexes, wait queues, heap, logging, tracing, diagnostics</a:t>
          </a:r>
          <a:endParaRPr lang="de-CH" sz="2000" b="0" kern="1200" dirty="0">
            <a:solidFill>
              <a:schemeClr val="tx1"/>
            </a:solidFill>
          </a:endParaRPr>
        </a:p>
      </dsp:txBody>
      <dsp:txXfrm>
        <a:off x="53916" y="2623140"/>
        <a:ext cx="11414007" cy="996648"/>
      </dsp:txXfrm>
    </dsp:sp>
    <dsp:sp modelId="{0A194821-F26A-8340-BEB3-3B39CE0C0C2A}">
      <dsp:nvSpPr>
        <dsp:cNvPr id="0" name=""/>
        <dsp:cNvSpPr/>
      </dsp:nvSpPr>
      <dsp:spPr>
        <a:xfrm>
          <a:off x="0" y="3843624"/>
          <a:ext cx="11521839" cy="110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Kernel Tasks: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tx1"/>
              </a:solidFill>
            </a:rPr>
            <a:t>- System tasks and user-controllable tasks</a:t>
          </a:r>
          <a:endParaRPr lang="de-CH" sz="2000" b="0" kern="1200" dirty="0">
            <a:solidFill>
              <a:schemeClr val="tx1"/>
            </a:solidFill>
          </a:endParaRPr>
        </a:p>
      </dsp:txBody>
      <dsp:txXfrm>
        <a:off x="53916" y="3897540"/>
        <a:ext cx="11414007" cy="996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ED330-4D79-724C-91CC-913054006362}">
      <dsp:nvSpPr>
        <dsp:cNvPr id="0" name=""/>
        <dsp:cNvSpPr/>
      </dsp:nvSpPr>
      <dsp:spPr>
        <a:xfrm>
          <a:off x="1230" y="825344"/>
          <a:ext cx="2528841" cy="101153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AArch64 assembly</a:t>
          </a:r>
          <a:endParaRPr lang="de-CH" sz="2500" kern="1200" dirty="0"/>
        </a:p>
      </dsp:txBody>
      <dsp:txXfrm>
        <a:off x="506998" y="825344"/>
        <a:ext cx="1517305" cy="1011536"/>
      </dsp:txXfrm>
    </dsp:sp>
    <dsp:sp modelId="{8D72FB2D-28C3-F149-B9F9-384DDDA95615}">
      <dsp:nvSpPr>
        <dsp:cNvPr id="0" name=""/>
        <dsp:cNvSpPr/>
      </dsp:nvSpPr>
      <dsp:spPr>
        <a:xfrm>
          <a:off x="2201322" y="911324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 dirty="0"/>
            <a:t>Sets initial Stack</a:t>
          </a:r>
        </a:p>
      </dsp:txBody>
      <dsp:txXfrm>
        <a:off x="2621110" y="911324"/>
        <a:ext cx="1259363" cy="839575"/>
      </dsp:txXfrm>
    </dsp:sp>
    <dsp:sp modelId="{AF4106A2-31ED-8C4E-B73A-AABF0CC0FC97}">
      <dsp:nvSpPr>
        <dsp:cNvPr id="0" name=""/>
        <dsp:cNvSpPr/>
      </dsp:nvSpPr>
      <dsp:spPr>
        <a:xfrm>
          <a:off x="4006409" y="911324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 dirty="0" err="1"/>
            <a:t>Clears</a:t>
          </a:r>
          <a:r>
            <a:rPr lang="de-CH" sz="1500" kern="1200" dirty="0"/>
            <a:t> .</a:t>
          </a:r>
          <a:r>
            <a:rPr lang="de-CH" sz="1500" kern="1200" dirty="0" err="1"/>
            <a:t>bss</a:t>
          </a:r>
          <a:endParaRPr lang="de-CH" sz="1500" kern="1200" dirty="0"/>
        </a:p>
      </dsp:txBody>
      <dsp:txXfrm>
        <a:off x="4426197" y="911324"/>
        <a:ext cx="1259363" cy="839575"/>
      </dsp:txXfrm>
    </dsp:sp>
    <dsp:sp modelId="{1D8F1FBA-4AEC-4941-9864-3314CF25B7CF}">
      <dsp:nvSpPr>
        <dsp:cNvPr id="0" name=""/>
        <dsp:cNvSpPr/>
      </dsp:nvSpPr>
      <dsp:spPr>
        <a:xfrm>
          <a:off x="5811496" y="911324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 dirty="0"/>
            <a:t>Jumps </a:t>
          </a:r>
          <a:r>
            <a:rPr lang="de-CH" sz="1500" kern="1200" dirty="0" err="1"/>
            <a:t>into</a:t>
          </a:r>
          <a:r>
            <a:rPr lang="de-CH" sz="1500" kern="1200" dirty="0"/>
            <a:t> C </a:t>
          </a:r>
          <a:r>
            <a:rPr lang="de-CH" sz="1500" kern="1200" dirty="0" err="1"/>
            <a:t>main</a:t>
          </a:r>
          <a:endParaRPr lang="de-CH" sz="1500" kern="1200" dirty="0"/>
        </a:p>
      </dsp:txBody>
      <dsp:txXfrm>
        <a:off x="6231284" y="911324"/>
        <a:ext cx="1259363" cy="839575"/>
      </dsp:txXfrm>
    </dsp:sp>
    <dsp:sp modelId="{6CDFAF3D-1467-7042-B4CD-7349943C935E}">
      <dsp:nvSpPr>
        <dsp:cNvPr id="0" name=""/>
        <dsp:cNvSpPr/>
      </dsp:nvSpPr>
      <dsp:spPr>
        <a:xfrm>
          <a:off x="1230" y="1978495"/>
          <a:ext cx="2528841" cy="101153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 dirty="0"/>
            <a:t>C </a:t>
          </a:r>
          <a:r>
            <a:rPr lang="de-DE" sz="2500" b="1" kern="1200" dirty="0" err="1"/>
            <a:t>main</a:t>
          </a:r>
          <a:endParaRPr lang="de-DE" sz="2500" b="1" kern="1200" dirty="0"/>
        </a:p>
      </dsp:txBody>
      <dsp:txXfrm>
        <a:off x="506998" y="1978495"/>
        <a:ext cx="1517305" cy="1011536"/>
      </dsp:txXfrm>
    </dsp:sp>
    <dsp:sp modelId="{4982CE40-2D87-CD49-AC38-92851E095F45}">
      <dsp:nvSpPr>
        <dsp:cNvPr id="0" name=""/>
        <dsp:cNvSpPr/>
      </dsp:nvSpPr>
      <dsp:spPr>
        <a:xfrm>
          <a:off x="2201322" y="2064476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UART</a:t>
          </a:r>
        </a:p>
      </dsp:txBody>
      <dsp:txXfrm>
        <a:off x="2621110" y="2064476"/>
        <a:ext cx="1259363" cy="839575"/>
      </dsp:txXfrm>
    </dsp:sp>
    <dsp:sp modelId="{DFD7670B-BC46-8D46-82F1-743805C8FB1D}">
      <dsp:nvSpPr>
        <dsp:cNvPr id="0" name=""/>
        <dsp:cNvSpPr/>
      </dsp:nvSpPr>
      <dsp:spPr>
        <a:xfrm>
          <a:off x="4006409" y="2064476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heap</a:t>
          </a:r>
          <a:r>
            <a:rPr lang="de-DE" sz="1500" kern="1200" dirty="0"/>
            <a:t> &amp; </a:t>
          </a:r>
          <a:r>
            <a:rPr lang="de-DE" sz="1500" kern="1200" dirty="0" err="1"/>
            <a:t>logging</a:t>
          </a:r>
          <a:endParaRPr lang="de-DE" sz="1500" kern="1200" dirty="0"/>
        </a:p>
      </dsp:txBody>
      <dsp:txXfrm>
        <a:off x="4426197" y="2064476"/>
        <a:ext cx="1259363" cy="839575"/>
      </dsp:txXfrm>
    </dsp:sp>
    <dsp:sp modelId="{6B20C442-531A-3C4A-B762-BBE8ADB5D9BF}">
      <dsp:nvSpPr>
        <dsp:cNvPr id="0" name=""/>
        <dsp:cNvSpPr/>
      </dsp:nvSpPr>
      <dsp:spPr>
        <a:xfrm>
          <a:off x="5811496" y="2064476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I2C &amp; HDMI</a:t>
          </a:r>
        </a:p>
      </dsp:txBody>
      <dsp:txXfrm>
        <a:off x="6231284" y="2064476"/>
        <a:ext cx="1259363" cy="839575"/>
      </dsp:txXfrm>
    </dsp:sp>
    <dsp:sp modelId="{8FEE0285-3526-DF4D-BEBE-0FC83A16BEBD}">
      <dsp:nvSpPr>
        <dsp:cNvPr id="0" name=""/>
        <dsp:cNvSpPr/>
      </dsp:nvSpPr>
      <dsp:spPr>
        <a:xfrm>
          <a:off x="7616583" y="2064476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task</a:t>
          </a:r>
          <a:r>
            <a:rPr lang="de-DE" sz="1500" kern="1200" dirty="0"/>
            <a:t> </a:t>
          </a:r>
          <a:r>
            <a:rPr lang="de-DE" sz="1500" kern="1200" dirty="0" err="1"/>
            <a:t>system</a:t>
          </a:r>
          <a:r>
            <a:rPr lang="de-DE" sz="1500" kern="1200" dirty="0"/>
            <a:t> &amp; </a:t>
          </a:r>
          <a:r>
            <a:rPr lang="de-DE" sz="1500" kern="1200" dirty="0" err="1"/>
            <a:t>scheduler</a:t>
          </a:r>
          <a:endParaRPr lang="de-DE" sz="1500" kern="1200" dirty="0"/>
        </a:p>
      </dsp:txBody>
      <dsp:txXfrm>
        <a:off x="8036371" y="2064476"/>
        <a:ext cx="1259363" cy="839575"/>
      </dsp:txXfrm>
    </dsp:sp>
    <dsp:sp modelId="{A86A789B-23FB-FA41-B211-66588C4AD731}">
      <dsp:nvSpPr>
        <dsp:cNvPr id="0" name=""/>
        <dsp:cNvSpPr/>
      </dsp:nvSpPr>
      <dsp:spPr>
        <a:xfrm>
          <a:off x="9421670" y="2064476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interrupts</a:t>
          </a:r>
          <a:r>
            <a:rPr lang="de-DE" sz="1500" kern="1200" dirty="0"/>
            <a:t> &amp; </a:t>
          </a:r>
          <a:r>
            <a:rPr lang="de-DE" sz="1500" kern="1200" dirty="0" err="1"/>
            <a:t>timer</a:t>
          </a:r>
          <a:endParaRPr lang="de-DE" sz="1500" kern="1200" dirty="0"/>
        </a:p>
      </dsp:txBody>
      <dsp:txXfrm>
        <a:off x="9841458" y="2064476"/>
        <a:ext cx="1259363" cy="839575"/>
      </dsp:txXfrm>
    </dsp:sp>
    <dsp:sp modelId="{4F04F93E-8444-5844-8F4E-0660634429D2}">
      <dsp:nvSpPr>
        <dsp:cNvPr id="0" name=""/>
        <dsp:cNvSpPr/>
      </dsp:nvSpPr>
      <dsp:spPr>
        <a:xfrm>
          <a:off x="1230" y="3131647"/>
          <a:ext cx="2528841" cy="101153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 dirty="0"/>
            <a:t>System Tasks</a:t>
          </a:r>
        </a:p>
      </dsp:txBody>
      <dsp:txXfrm>
        <a:off x="506998" y="3131647"/>
        <a:ext cx="1517305" cy="1011536"/>
      </dsp:txXfrm>
    </dsp:sp>
    <dsp:sp modelId="{3E341B9D-76C4-0A4E-B6C1-F7D45F1B1F1A}">
      <dsp:nvSpPr>
        <dsp:cNvPr id="0" name=""/>
        <dsp:cNvSpPr/>
      </dsp:nvSpPr>
      <dsp:spPr>
        <a:xfrm>
          <a:off x="2201322" y="3217627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Shell</a:t>
          </a:r>
        </a:p>
      </dsp:txBody>
      <dsp:txXfrm>
        <a:off x="2621110" y="3217627"/>
        <a:ext cx="1259363" cy="839575"/>
      </dsp:txXfrm>
    </dsp:sp>
    <dsp:sp modelId="{FCF7180E-D738-2E43-AAD1-1FFFFD745914}">
      <dsp:nvSpPr>
        <dsp:cNvPr id="0" name=""/>
        <dsp:cNvSpPr/>
      </dsp:nvSpPr>
      <dsp:spPr>
        <a:xfrm>
          <a:off x="4006409" y="3217627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hdmi_console</a:t>
          </a:r>
          <a:endParaRPr lang="de-DE" sz="1500" kern="1200" dirty="0"/>
        </a:p>
      </dsp:txBody>
      <dsp:txXfrm>
        <a:off x="4426197" y="3217627"/>
        <a:ext cx="1259363" cy="839575"/>
      </dsp:txXfrm>
    </dsp:sp>
    <dsp:sp modelId="{A26DDB8B-AAD1-1142-9B4D-0AF9027AF54C}">
      <dsp:nvSpPr>
        <dsp:cNvPr id="0" name=""/>
        <dsp:cNvSpPr/>
      </dsp:nvSpPr>
      <dsp:spPr>
        <a:xfrm>
          <a:off x="5811496" y="3217627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joystick</a:t>
          </a:r>
          <a:endParaRPr lang="de-DE" sz="1500" kern="1200" dirty="0"/>
        </a:p>
      </dsp:txBody>
      <dsp:txXfrm>
        <a:off x="6231284" y="3217627"/>
        <a:ext cx="1259363" cy="839575"/>
      </dsp:txXfrm>
    </dsp:sp>
    <dsp:sp modelId="{6EDAE8C2-F8D8-3A41-B3B8-A7871FD81DD2}">
      <dsp:nvSpPr>
        <dsp:cNvPr id="0" name=""/>
        <dsp:cNvSpPr/>
      </dsp:nvSpPr>
      <dsp:spPr>
        <a:xfrm>
          <a:off x="7616583" y="3217627"/>
          <a:ext cx="2098938" cy="839575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led</a:t>
          </a:r>
          <a:endParaRPr lang="de-DE" sz="1500" kern="1200" dirty="0"/>
        </a:p>
      </dsp:txBody>
      <dsp:txXfrm>
        <a:off x="8036371" y="3217627"/>
        <a:ext cx="1259363" cy="839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84FEB8E-57CB-43C0-BEF7-4F4116A5252C}" type="datetimeFigureOut">
              <a:rPr lang="de-CH" smtClean="0"/>
              <a:t>07.06.26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A53D58F-CC03-47C4-AC79-D3C984A6151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678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3D58F-CC03-47C4-AC79-D3C984A61519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82985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3D58F-CC03-47C4-AC79-D3C984A61519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0554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0"/>
            <a:ext cx="12191999" cy="21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0" err="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38800" y="3069000"/>
            <a:ext cx="10440000" cy="1152086"/>
          </a:xfrm>
        </p:spPr>
        <p:txBody>
          <a:bodyPr/>
          <a:lstStyle>
            <a:lvl1pPr>
              <a:lnSpc>
                <a:spcPts val="4000"/>
              </a:lnSpc>
              <a:defRPr sz="2800" b="0"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3508" y="4925160"/>
            <a:ext cx="10440000" cy="324036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CH" dirty="0"/>
              <a:t>Autor, DD.MM.YY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0" y="396000"/>
            <a:ext cx="2035093" cy="72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7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" userDrawn="1">
          <p15:clr>
            <a:srgbClr val="FBAE40"/>
          </p15:clr>
        </p15:guide>
        <p15:guide id="2" pos="7542" userDrawn="1">
          <p15:clr>
            <a:srgbClr val="FBAE40"/>
          </p15:clr>
        </p15:guide>
        <p15:guide id="3" orient="horz" pos="4183" userDrawn="1">
          <p15:clr>
            <a:srgbClr val="FBAE40"/>
          </p15:clr>
        </p15:guide>
        <p15:guide id="4" pos="136" userDrawn="1">
          <p15:clr>
            <a:srgbClr val="FBAE40"/>
          </p15:clr>
        </p15:guide>
        <p15:guide id="5" orient="horz" pos="270" userDrawn="1">
          <p15:clr>
            <a:srgbClr val="FBAE40"/>
          </p15:clr>
        </p15:guide>
        <p15:guide id="6" pos="5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212726"/>
            <a:ext cx="11976100" cy="27844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0" err="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38800" y="1376363"/>
            <a:ext cx="7284240" cy="1044526"/>
          </a:xfrm>
        </p:spPr>
        <p:txBody>
          <a:bodyPr/>
          <a:lstStyle>
            <a:lvl1pPr>
              <a:lnSpc>
                <a:spcPts val="4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8800" y="2564904"/>
            <a:ext cx="9067800" cy="324036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CH" dirty="0"/>
              <a:t>Autor, DD.MM.YY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0"/>
          </p:nvPr>
        </p:nvSpPr>
        <p:spPr>
          <a:xfrm>
            <a:off x="215900" y="2997203"/>
            <a:ext cx="11760200" cy="3641722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0" y="396000"/>
            <a:ext cx="1588313" cy="56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9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 userDrawn="1">
          <p15:clr>
            <a:srgbClr val="FBAE40"/>
          </p15:clr>
        </p15:guide>
        <p15:guide id="2" orient="horz" pos="134" userDrawn="1">
          <p15:clr>
            <a:srgbClr val="FBAE40"/>
          </p15:clr>
        </p15:guide>
        <p15:guide id="3" orient="horz" pos="4182" userDrawn="1">
          <p15:clr>
            <a:srgbClr val="FBAE40"/>
          </p15:clr>
        </p15:guide>
        <p15:guide id="4" pos="7544" userDrawn="1">
          <p15:clr>
            <a:srgbClr val="FBAE40"/>
          </p15:clr>
        </p15:guide>
        <p15:guide id="5" orient="horz" pos="27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9">
            <a:extLst>
              <a:ext uri="{FF2B5EF4-FFF2-40B4-BE49-F238E27FC236}">
                <a16:creationId xmlns:a16="http://schemas.microsoft.com/office/drawing/2014/main" id="{35E5CA56-4B94-18E5-327B-64AF84D92C71}"/>
              </a:ext>
            </a:extLst>
          </p:cNvPr>
          <p:cNvSpPr/>
          <p:nvPr userDrawn="1"/>
        </p:nvSpPr>
        <p:spPr>
          <a:xfrm>
            <a:off x="0" y="0"/>
            <a:ext cx="12192000" cy="21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565E2-87F4-D089-94C5-BF0D79D222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7402" y="3069001"/>
            <a:ext cx="10440000" cy="720040"/>
          </a:xfrm>
        </p:spPr>
        <p:txBody>
          <a:bodyPr/>
          <a:lstStyle>
            <a:lvl1pPr>
              <a:defRPr sz="2800" b="0">
                <a:latin typeface="+mn-lt"/>
              </a:defRPr>
            </a:lvl1pPr>
          </a:lstStyle>
          <a:p>
            <a:r>
              <a:rPr lang="en-US" noProof="0" dirty="0" err="1"/>
              <a:t>Titel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39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orient="horz" pos="134">
          <p15:clr>
            <a:srgbClr val="FBAE40"/>
          </p15:clr>
        </p15:guide>
        <p15:guide id="3" orient="horz" pos="4182">
          <p15:clr>
            <a:srgbClr val="FBAE40"/>
          </p15:clr>
        </p15:guide>
        <p15:guide id="4" pos="7544">
          <p15:clr>
            <a:srgbClr val="FBAE40"/>
          </p15:clr>
        </p15:guide>
        <p15:guide id="5" orient="horz" pos="27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504000"/>
          </a:xfrm>
        </p:spPr>
        <p:txBody>
          <a:bodyPr/>
          <a:lstStyle>
            <a:lvl1pPr>
              <a:defRPr sz="2400" b="0"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800" y="1520826"/>
            <a:ext cx="1152184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8640000" y="6523886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168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504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800" y="1522800"/>
            <a:ext cx="5688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0" name="Inhaltsplatzhalter 2"/>
          <p:cNvSpPr>
            <a:spLocks noGrp="1"/>
          </p:cNvSpPr>
          <p:nvPr>
            <p:ph idx="13"/>
          </p:nvPr>
        </p:nvSpPr>
        <p:spPr>
          <a:xfrm>
            <a:off x="6166800" y="1520826"/>
            <a:ext cx="5688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2783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e, 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504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494800" y="1522800"/>
            <a:ext cx="7200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8640000" y="6524626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531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504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800" y="1522800"/>
            <a:ext cx="3744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10" name="Inhaltsplatzhalter 2"/>
          <p:cNvSpPr>
            <a:spLocks noGrp="1"/>
          </p:cNvSpPr>
          <p:nvPr>
            <p:ph idx="13"/>
          </p:nvPr>
        </p:nvSpPr>
        <p:spPr>
          <a:xfrm>
            <a:off x="8110800" y="1520826"/>
            <a:ext cx="3744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1" name="Inhaltsplatzhalter 2"/>
          <p:cNvSpPr>
            <a:spLocks noGrp="1"/>
          </p:cNvSpPr>
          <p:nvPr>
            <p:ph idx="14"/>
          </p:nvPr>
        </p:nvSpPr>
        <p:spPr>
          <a:xfrm>
            <a:off x="4222800" y="1520826"/>
            <a:ext cx="3744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3471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0" y="1520824"/>
            <a:ext cx="8498051" cy="3960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>
          <a:xfrm>
            <a:off x="8976640" y="1520827"/>
            <a:ext cx="2880000" cy="395999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153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1" y="1520824"/>
            <a:ext cx="5688000" cy="259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6166800" y="1520825"/>
            <a:ext cx="5688000" cy="259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334799" y="4221088"/>
            <a:ext cx="5688000" cy="1836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166800" y="4221088"/>
            <a:ext cx="5688000" cy="1836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635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0" y="1520824"/>
            <a:ext cx="3744000" cy="3276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334800" y="4901715"/>
            <a:ext cx="3744000" cy="115555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6"/>
          </p:nvPr>
        </p:nvSpPr>
        <p:spPr>
          <a:xfrm>
            <a:off x="4224208" y="1520825"/>
            <a:ext cx="3744000" cy="3276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7"/>
          </p:nvPr>
        </p:nvSpPr>
        <p:spPr>
          <a:xfrm>
            <a:off x="4219199" y="4901716"/>
            <a:ext cx="3744000" cy="115555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8"/>
          </p:nvPr>
        </p:nvSpPr>
        <p:spPr>
          <a:xfrm>
            <a:off x="8112640" y="1524273"/>
            <a:ext cx="3744000" cy="3276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4" name="Textplatzhalter 8"/>
          <p:cNvSpPr>
            <a:spLocks noGrp="1"/>
          </p:cNvSpPr>
          <p:nvPr>
            <p:ph type="body" sz="quarter" idx="19"/>
          </p:nvPr>
        </p:nvSpPr>
        <p:spPr>
          <a:xfrm>
            <a:off x="8114400" y="4905164"/>
            <a:ext cx="3744000" cy="115555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6505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gro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0" y="334800"/>
            <a:ext cx="11521840" cy="511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>
          <a:xfrm>
            <a:off x="334800" y="5554800"/>
            <a:ext cx="11521839" cy="61204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1246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Vollfläch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5280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de-CH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32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to change in Slide Master view footer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8640000" y="6525344"/>
            <a:ext cx="2544283" cy="180000"/>
          </a:xfrm>
          <a:prstGeom prst="rect">
            <a:avLst/>
          </a:prstGeom>
        </p:spPr>
        <p:txBody>
          <a:bodyPr/>
          <a:lstStyle/>
          <a:p>
            <a:pPr algn="r"/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183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35360" y="404813"/>
            <a:ext cx="11521280" cy="5039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35360" y="1520826"/>
            <a:ext cx="11521280" cy="4716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Textmasterformat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34798" y="6524626"/>
            <a:ext cx="6769313" cy="177780"/>
          </a:xfrm>
          <a:prstGeom prst="rect">
            <a:avLst/>
          </a:prstGeom>
        </p:spPr>
        <p:txBody>
          <a:bodyPr vert="horz" lIns="0" tIns="21600" rIns="0" bIns="0" rtlCol="0" anchor="ctr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Title to change in Slide Master view footer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96601" y="6525344"/>
            <a:ext cx="360040" cy="178542"/>
          </a:xfrm>
          <a:prstGeom prst="rect">
            <a:avLst/>
          </a:prstGeom>
        </p:spPr>
        <p:txBody>
          <a:bodyPr vert="horz" lIns="0" tIns="21600" rIns="0" bIns="0" rtlCol="0" anchor="ctr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3811826-9277-4232-A2B5-17D05DFC7392}" type="slidenum">
              <a:rPr lang="de-CH" smtClean="0"/>
              <a:pPr/>
              <a:t>‹Nr.›</a:t>
            </a:fld>
            <a:endParaRPr lang="de-CH" dirty="0"/>
          </a:p>
        </p:txBody>
      </p:sp>
      <p:cxnSp>
        <p:nvCxnSpPr>
          <p:cNvPr id="10" name="Gerade Verbindung 9"/>
          <p:cNvCxnSpPr/>
          <p:nvPr/>
        </p:nvCxnSpPr>
        <p:spPr>
          <a:xfrm>
            <a:off x="334800" y="6453188"/>
            <a:ext cx="11521840" cy="14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8640000" y="6524626"/>
            <a:ext cx="2544283" cy="180000"/>
          </a:xfrm>
          <a:prstGeom prst="rect">
            <a:avLst/>
          </a:prstGeom>
        </p:spPr>
        <p:txBody>
          <a:bodyPr anchor="ctr" anchorCtr="0"/>
          <a:lstStyle>
            <a:lvl1pPr>
              <a:defRPr sz="1000"/>
            </a:lvl1pPr>
          </a:lstStyle>
          <a:p>
            <a:pPr algn="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702EF1-1315-3DC9-1924-2C5D8A5FA102}"/>
              </a:ext>
            </a:extLst>
          </p:cNvPr>
          <p:cNvCxnSpPr>
            <a:cxnSpLocks/>
          </p:cNvCxnSpPr>
          <p:nvPr userDrawn="1"/>
        </p:nvCxnSpPr>
        <p:spPr>
          <a:xfrm>
            <a:off x="334799" y="834832"/>
            <a:ext cx="11521841" cy="0"/>
          </a:xfrm>
          <a:prstGeom prst="line">
            <a:avLst/>
          </a:prstGeom>
          <a:ln w="158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0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6" r:id="rId3"/>
    <p:sldLayoutId id="2147483650" r:id="rId4"/>
    <p:sldLayoutId id="2147483663" r:id="rId5"/>
    <p:sldLayoutId id="2147483665" r:id="rId6"/>
    <p:sldLayoutId id="2147483664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54" r:id="rId13"/>
    <p:sldLayoutId id="2147483655" r:id="rId14"/>
  </p:sldLayoutIdLst>
  <p:hf hdr="0" ft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24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8D58-BAC3-4831-879E-A7A8220F3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800" y="3069000"/>
            <a:ext cx="10440000" cy="1224096"/>
          </a:xfrm>
        </p:spPr>
        <p:txBody>
          <a:bodyPr/>
          <a:lstStyle/>
          <a:p>
            <a:r>
              <a:rPr lang="de-CH" dirty="0"/>
              <a:t>Bare-</a:t>
            </a:r>
            <a:r>
              <a:rPr lang="de-CH" dirty="0" err="1"/>
              <a:t>Metal</a:t>
            </a:r>
            <a:r>
              <a:rPr lang="de-CH" dirty="0"/>
              <a:t> OS </a:t>
            </a:r>
            <a:r>
              <a:rPr lang="de-CH" dirty="0" err="1"/>
              <a:t>for</a:t>
            </a:r>
            <a:r>
              <a:rPr lang="de-CH" dirty="0"/>
              <a:t> a Raspberry Pi4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0402D-DF9B-A39E-0A76-26E822B33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800" y="4653136"/>
            <a:ext cx="10440000" cy="1800200"/>
          </a:xfrm>
        </p:spPr>
        <p:txBody>
          <a:bodyPr/>
          <a:lstStyle/>
          <a:p>
            <a:r>
              <a:rPr lang="de-CH" sz="1600" dirty="0"/>
              <a:t>Final </a:t>
            </a:r>
            <a:r>
              <a:rPr lang="de-CH" sz="1600" dirty="0" err="1"/>
              <a:t>Presentation</a:t>
            </a:r>
            <a:br>
              <a:rPr lang="de-CH" sz="1600" dirty="0"/>
            </a:br>
            <a:br>
              <a:rPr lang="de-CH" sz="1600" dirty="0"/>
            </a:br>
            <a:r>
              <a:rPr lang="de-CH" sz="1600" dirty="0"/>
              <a:t>Andrea Seehuber &amp; Luca Fässler</a:t>
            </a:r>
            <a:br>
              <a:rPr lang="de-CH" sz="1600" dirty="0"/>
            </a:br>
            <a:br>
              <a:rPr lang="de-CH" sz="1600" dirty="0"/>
            </a:br>
            <a:r>
              <a:rPr lang="de-CH" sz="1600" dirty="0"/>
              <a:t>Operating Systems </a:t>
            </a:r>
            <a:r>
              <a:rPr lang="de-CH" sz="1600" dirty="0" err="1"/>
              <a:t>Lecture</a:t>
            </a:r>
            <a:r>
              <a:rPr lang="de-CH" sz="1600" dirty="0"/>
              <a:t> Spring Semester 2026</a:t>
            </a:r>
          </a:p>
          <a:p>
            <a:endParaRPr lang="en-GB" sz="1600" dirty="0"/>
          </a:p>
          <a:p>
            <a:r>
              <a:rPr lang="de-CH" sz="1600" dirty="0"/>
              <a:t>June 2026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E59377-00BC-F86A-0716-0D79E02DE51C}"/>
              </a:ext>
            </a:extLst>
          </p:cNvPr>
          <p:cNvCxnSpPr/>
          <p:nvPr/>
        </p:nvCxnSpPr>
        <p:spPr>
          <a:xfrm>
            <a:off x="838800" y="4149080"/>
            <a:ext cx="10440000" cy="0"/>
          </a:xfrm>
          <a:prstGeom prst="line">
            <a:avLst/>
          </a:prstGeom>
          <a:ln w="158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5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Outline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2</a:t>
            </a:fld>
            <a:endParaRPr lang="de-CH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53980"/>
              </p:ext>
            </p:extLst>
          </p:nvPr>
        </p:nvGraphicFramePr>
        <p:xfrm>
          <a:off x="336148" y="1351573"/>
          <a:ext cx="11521677" cy="3406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0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821">
                <a:tc>
                  <a:txBody>
                    <a:bodyPr/>
                    <a:lstStyle/>
                    <a:p>
                      <a:r>
                        <a:rPr lang="en-US" noProof="0" dirty="0"/>
                        <a:t>1.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Problem Statement / Motivation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821">
                <a:tc>
                  <a:txBody>
                    <a:bodyPr/>
                    <a:lstStyle/>
                    <a:p>
                      <a:r>
                        <a:rPr lang="en-US" noProof="0" dirty="0"/>
                        <a:t>2.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Hardware and Software Setup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601043"/>
                  </a:ext>
                </a:extLst>
              </a:tr>
              <a:tr h="567821">
                <a:tc>
                  <a:txBody>
                    <a:bodyPr/>
                    <a:lstStyle/>
                    <a:p>
                      <a:r>
                        <a:rPr lang="en-US" noProof="0" dirty="0"/>
                        <a:t>3.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Architecture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821">
                <a:tc>
                  <a:txBody>
                    <a:bodyPr/>
                    <a:lstStyle/>
                    <a:p>
                      <a:r>
                        <a:rPr lang="en-US" noProof="0" dirty="0"/>
                        <a:t>4.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accent2"/>
                          </a:solidFill>
                        </a:rPr>
                        <a:t>Live Demo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821">
                <a:tc>
                  <a:txBody>
                    <a:bodyPr/>
                    <a:lstStyle/>
                    <a:p>
                      <a:r>
                        <a:rPr lang="en-US" noProof="0" dirty="0"/>
                        <a:t>5.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Evaluation and Limitations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821">
                <a:tc>
                  <a:txBody>
                    <a:bodyPr/>
                    <a:lstStyle/>
                    <a:p>
                      <a:r>
                        <a:rPr lang="en-US" noProof="0" dirty="0"/>
                        <a:t>6.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Lessons Learned and Conclusion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07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3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70A5-B1DB-2AE8-A1D1-32FCF4EB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/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372BB-B125-73CB-3CEF-E8D8BB57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Goal: </a:t>
            </a:r>
            <a:r>
              <a:rPr lang="en-US" dirty="0"/>
              <a:t>Build a small OS kernel from scratch on real hardware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No Linux, no standard C runtime, no user space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Show core OS concepts in a concrete embedded system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Main challenge: </a:t>
            </a:r>
            <a:r>
              <a:rPr lang="en-US" dirty="0"/>
              <a:t>combine scheduling, hardware access, I/O, and diagnostics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CD570-38A3-B5B4-8A43-69B9DEC0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09B6D-6F14-6C85-5932-F3D96381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072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59685-D8DC-7C71-EBA0-EB1FA4E3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B1F1-B587-A494-63F3-DCE0042B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42E6-684B-176C-6E1C-587CEA708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00" y="1268760"/>
            <a:ext cx="11521840" cy="496852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Raspberyy</a:t>
            </a:r>
            <a:r>
              <a:rPr lang="en-US" b="1" dirty="0"/>
              <a:t> Pi 4</a:t>
            </a:r>
            <a:r>
              <a:rPr lang="en-US" dirty="0"/>
              <a:t>, BCM2711, ARM Cortex-A72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Sense HAT</a:t>
            </a:r>
            <a:r>
              <a:rPr lang="en-US" dirty="0"/>
              <a:t> with:</a:t>
            </a:r>
          </a:p>
          <a:p>
            <a:pPr marL="70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8x8 RGB LED Matrix</a:t>
            </a:r>
          </a:p>
          <a:p>
            <a:pPr marL="70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Joystick</a:t>
            </a:r>
          </a:p>
          <a:p>
            <a:pPr marL="70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Pressure, Humidity, Temperature Sensors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UART</a:t>
            </a:r>
            <a:r>
              <a:rPr lang="en-US" dirty="0"/>
              <a:t> as Control/Debug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HDMI</a:t>
            </a:r>
            <a:r>
              <a:rPr lang="en-US" dirty="0"/>
              <a:t> as visual output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 &amp; AArch64 assembly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Built with </a:t>
            </a:r>
            <a:r>
              <a:rPr lang="en-US" dirty="0" err="1"/>
              <a:t>Makefile</a:t>
            </a:r>
            <a:r>
              <a:rPr lang="en-US" dirty="0"/>
              <a:t> and AArch64 bare-metal cross compiler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Output: </a:t>
            </a:r>
            <a:r>
              <a:rPr lang="en-US" dirty="0"/>
              <a:t>kernel8.img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69C85-07B3-EB7C-A777-94A4B7F0C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F3E5C-0621-2B1C-5EBF-62976DDA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7542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BA579-8F6E-25BB-9E57-211ADA23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0325-3126-1F34-C411-E0B599A0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7DBB473F-3DF3-A677-883C-A4CD7AAA6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586476"/>
              </p:ext>
            </p:extLst>
          </p:nvPr>
        </p:nvGraphicFramePr>
        <p:xfrm>
          <a:off x="334800" y="1268760"/>
          <a:ext cx="11521840" cy="496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F66F-CC6A-17F3-F4BF-040E99DB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3C172-AC38-70C7-D2A5-F0E7A165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4206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B8FA6-B4B5-BE54-89C8-F9C659AAC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8BF3-9989-071D-D081-2BA40257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 and Initialization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58D08591-9F3F-984B-5525-D6B1DACA6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240946"/>
              </p:ext>
            </p:extLst>
          </p:nvPr>
        </p:nvGraphicFramePr>
        <p:xfrm>
          <a:off x="334800" y="1268760"/>
          <a:ext cx="11521840" cy="496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3D30D-9827-A92B-EDF5-2F3AAF47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4C4CC-9449-FAD7-253D-97FA4BF0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173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6768-9C04-BEFA-A6EE-F3B38C97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46CD-C5F2-ECC4-8263-B17A6657C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System and Cooperative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7F36-2ECD-ADA0-429F-417909842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00" y="1268760"/>
            <a:ext cx="11521840" cy="496852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Static </a:t>
            </a:r>
            <a:r>
              <a:rPr lang="en-US" b="1" dirty="0"/>
              <a:t>task table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Each task has: </a:t>
            </a:r>
            <a:r>
              <a:rPr lang="en-US" dirty="0"/>
              <a:t>ID, state, flags, stack pointer, name, private stack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Cooperative Scheduling: </a:t>
            </a:r>
            <a:r>
              <a:rPr lang="en-US" dirty="0"/>
              <a:t>Tasks must yield, sleep, block or exit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Round-Robin</a:t>
            </a:r>
            <a:r>
              <a:rPr lang="en-US" dirty="0"/>
              <a:t> selection of ready tasks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Idle task </a:t>
            </a:r>
            <a:r>
              <a:rPr lang="en-US" dirty="0"/>
              <a:t>runs if no task is ready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Task states:</a:t>
            </a:r>
          </a:p>
          <a:p>
            <a:pPr marL="52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READY, RUNNING, SLEEPING, BLOCKED, DYING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3FA21-AD1C-F1DA-9E65-A0F5DC13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CBF59-57C6-A6F6-72F9-921D790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7</a:t>
            </a:fld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2448D5E-CE40-FE18-E3AB-4FEB3EF04516}"/>
              </a:ext>
            </a:extLst>
          </p:cNvPr>
          <p:cNvSpPr txBox="1"/>
          <p:nvPr/>
        </p:nvSpPr>
        <p:spPr>
          <a:xfrm>
            <a:off x="695400" y="4725144"/>
            <a:ext cx="7560840" cy="15121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glow rad="257996">
              <a:schemeClr val="accent1">
                <a:alpha val="40000"/>
              </a:schemeClr>
            </a:glow>
            <a:softEdge rad="0"/>
          </a:effectLst>
        </p:spPr>
        <p:txBody>
          <a:bodyPr wrap="square" lIns="180000" tIns="180000" rIns="180000" bIns="18000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find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READY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switch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ready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idle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task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82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FAC4B-2E1D-68CF-F97E-119329BF2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7446E-5103-D35F-7D24-DD43BA2AEC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F482D7-40A5-5301-F549-CEA86E75DA1E}"/>
              </a:ext>
            </a:extLst>
          </p:cNvPr>
          <p:cNvCxnSpPr/>
          <p:nvPr/>
        </p:nvCxnSpPr>
        <p:spPr>
          <a:xfrm>
            <a:off x="838800" y="3718953"/>
            <a:ext cx="10440000" cy="0"/>
          </a:xfrm>
          <a:prstGeom prst="line">
            <a:avLst/>
          </a:prstGeom>
          <a:ln w="158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08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C77F0-A284-4044-2AA8-BB97BAC0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6613-4E8D-5339-87D9-B193ADA8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E8A79-B00D-BF48-363F-384EF05D0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00" y="1268760"/>
            <a:ext cx="5761200" cy="496852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Achieved: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 Kernel boots on Pi4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Cooperative scheduler works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UART shell and joystick menu work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HDMI output work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Sense HAT LED and sensors integrated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Tasks can be started/stopped interactively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Runtime diagnostics implemented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3BDC7-BDC9-92B5-1080-C618364AE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D3EBD-915C-D06E-909D-1BF0D00A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9</a:t>
            </a:fld>
            <a:endParaRPr lang="de-CH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9A5421-B462-851B-DA63-7F4EAE356C87}"/>
              </a:ext>
            </a:extLst>
          </p:cNvPr>
          <p:cNvSpPr txBox="1">
            <a:spLocks/>
          </p:cNvSpPr>
          <p:nvPr/>
        </p:nvSpPr>
        <p:spPr>
          <a:xfrm>
            <a:off x="6240016" y="1268760"/>
            <a:ext cx="5623738" cy="49685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Limitations: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I2C still timing-sensitive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HDMI rendering is complex and error-prone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Cooperative scheduler depends on well-behaved tasks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user/kernel separation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virtual memory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filesystem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memory protection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A8E5062E-2CB4-4F03-4925-539C7A2B5360}"/>
              </a:ext>
            </a:extLst>
          </p:cNvPr>
          <p:cNvCxnSpPr/>
          <p:nvPr/>
        </p:nvCxnSpPr>
        <p:spPr>
          <a:xfrm>
            <a:off x="6095720" y="1124744"/>
            <a:ext cx="0" cy="511254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51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68A8-6C9E-47CE-A7AD-360F58CA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7CC1-4095-968D-14CC-309240CA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124C0-06E8-1354-A903-E758E87A9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00" y="1268760"/>
            <a:ext cx="5473168" cy="496852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Lessons learned: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Bare-metal development requires careful initialization order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Hardware documentation is essential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Debugging without OS support is slow but educational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Cooperative scheduling is simple, but shifts responsibility to tasks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Shared Hardware needs clear ownership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Diagnostics are not optional; they are necessary for debugging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B0F98-6BFB-AFF1-381E-A239BE55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Bare-Metal OS for a Raspberry Pi4 – Operating Systems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49128-35CE-1611-519A-7A559E29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10</a:t>
            </a:fld>
            <a:endParaRPr lang="de-CH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DE217E-C001-1BFB-B4DC-B81B4B3B8869}"/>
              </a:ext>
            </a:extLst>
          </p:cNvPr>
          <p:cNvSpPr txBox="1">
            <a:spLocks/>
          </p:cNvSpPr>
          <p:nvPr/>
        </p:nvSpPr>
        <p:spPr>
          <a:xfrm>
            <a:off x="6240016" y="1268760"/>
            <a:ext cx="5623737" cy="49685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Conclusion: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Built a compact embedded OS kernel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Demnstrates</a:t>
            </a:r>
            <a:r>
              <a:rPr lang="en-US" dirty="0"/>
              <a:t> real OS mechanisms on real hardware</a:t>
            </a:r>
          </a:p>
          <a:p>
            <a:pPr marL="8829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Good foundation for future improvements:</a:t>
            </a:r>
          </a:p>
          <a:p>
            <a:pPr marL="106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I2C recovery</a:t>
            </a:r>
          </a:p>
          <a:p>
            <a:pPr marL="106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preemptive scheduling</a:t>
            </a:r>
          </a:p>
          <a:p>
            <a:pPr marL="106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stronger memory/stack checks</a:t>
            </a:r>
          </a:p>
          <a:p>
            <a:pPr marL="106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persistent storage/logging</a:t>
            </a: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E304D020-0346-8C9B-65A8-B42513DA074E}"/>
              </a:ext>
            </a:extLst>
          </p:cNvPr>
          <p:cNvCxnSpPr/>
          <p:nvPr/>
        </p:nvCxnSpPr>
        <p:spPr>
          <a:xfrm>
            <a:off x="6095720" y="1124744"/>
            <a:ext cx="0" cy="511254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258585"/>
      </p:ext>
    </p:extLst>
  </p:cSld>
  <p:clrMapOvr>
    <a:masterClrMapping/>
  </p:clrMapOvr>
</p:sld>
</file>

<file path=ppt/theme/theme1.xml><?xml version="1.0" encoding="utf-8"?>
<a:theme xmlns:a="http://schemas.openxmlformats.org/drawingml/2006/main" name="uni_basel_V04_de">
  <a:themeElements>
    <a:clrScheme name="Uni Basel">
      <a:dk1>
        <a:srgbClr val="000000"/>
      </a:dk1>
      <a:lt1>
        <a:srgbClr val="FFFFFF"/>
      </a:lt1>
      <a:dk2>
        <a:srgbClr val="006E6E"/>
      </a:dk2>
      <a:lt2>
        <a:srgbClr val="BEC3C8"/>
      </a:lt2>
      <a:accent1>
        <a:srgbClr val="A5D7D2"/>
      </a:accent1>
      <a:accent2>
        <a:srgbClr val="1EA5A5"/>
      </a:accent2>
      <a:accent3>
        <a:srgbClr val="2D373C"/>
      </a:accent3>
      <a:accent4>
        <a:srgbClr val="8C9196"/>
      </a:accent4>
      <a:accent5>
        <a:srgbClr val="D20537"/>
      </a:accent5>
      <a:accent6>
        <a:srgbClr val="EB829B"/>
      </a:accent6>
      <a:hlink>
        <a:srgbClr val="000000"/>
      </a:hlink>
      <a:folHlink>
        <a:srgbClr val="000000"/>
      </a:folHlink>
    </a:clrScheme>
    <a:fontScheme name="Uni Base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2200"/>
          </a:lnSpc>
          <a:defRPr dirty="0"/>
        </a:defPPr>
      </a:lstStyle>
    </a:txDef>
  </a:objectDefaults>
  <a:extraClrSchemeLst>
    <a:extraClrScheme>
      <a:clrScheme name="Uni Basel">
        <a:dk1>
          <a:srgbClr val="000000"/>
        </a:dk1>
        <a:lt1>
          <a:srgbClr val="FFFFFF"/>
        </a:lt1>
        <a:dk2>
          <a:srgbClr val="006E6E"/>
        </a:dk2>
        <a:lt2>
          <a:srgbClr val="BEC3C8"/>
        </a:lt2>
        <a:accent1>
          <a:srgbClr val="A5D7D2"/>
        </a:accent1>
        <a:accent2>
          <a:srgbClr val="1EA5A5"/>
        </a:accent2>
        <a:accent3>
          <a:srgbClr val="2D373C"/>
        </a:accent3>
        <a:accent4>
          <a:srgbClr val="8C9196"/>
        </a:accent4>
        <a:accent5>
          <a:srgbClr val="D20537"/>
        </a:accent5>
        <a:accent6>
          <a:srgbClr val="EB829B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uni_basel_V04_de</Template>
  <TotalTime>0</TotalTime>
  <Words>569</Words>
  <Application>Microsoft Macintosh PowerPoint</Application>
  <PresentationFormat>Breitbild</PresentationFormat>
  <Paragraphs>121</Paragraphs>
  <Slides>10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uni_basel_V04_de</vt:lpstr>
      <vt:lpstr>Bare-Metal OS for a Raspberry Pi4</vt:lpstr>
      <vt:lpstr>Outline</vt:lpstr>
      <vt:lpstr>Problem Statement / Motivation</vt:lpstr>
      <vt:lpstr>Hardware and Software Setup</vt:lpstr>
      <vt:lpstr>System Architecture</vt:lpstr>
      <vt:lpstr>Boot and Initialization</vt:lpstr>
      <vt:lpstr>Task System and Cooperative Scheduler</vt:lpstr>
      <vt:lpstr>PowerPoint-Präsentation</vt:lpstr>
      <vt:lpstr>Evaluation and Limitations</vt:lpstr>
      <vt:lpstr>Lessons Learned and Conclusion</vt:lpstr>
    </vt:vector>
  </TitlesOfParts>
  <Company>Universität Basel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Titel-/Kapitelfolie, Titel 1 Titel 2</dc:title>
  <dc:creator>Nicole Franke</dc:creator>
  <cp:lastModifiedBy>Luca Faessler</cp:lastModifiedBy>
  <cp:revision>338</cp:revision>
  <dcterms:created xsi:type="dcterms:W3CDTF">2019-11-04T14:58:36Z</dcterms:created>
  <dcterms:modified xsi:type="dcterms:W3CDTF">2026-06-07T13:54:51Z</dcterms:modified>
</cp:coreProperties>
</file>